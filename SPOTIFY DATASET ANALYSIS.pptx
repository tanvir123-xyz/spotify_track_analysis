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41"/>
  </p:notesMasterIdLst>
  <p:handoutMasterIdLst>
    <p:handoutMasterId r:id="rId42"/>
  </p:handoutMasterIdLst>
  <p:sldIdLst>
    <p:sldId id="317" r:id="rId5"/>
    <p:sldId id="307" r:id="rId6"/>
    <p:sldId id="308" r:id="rId7"/>
    <p:sldId id="278" r:id="rId8"/>
    <p:sldId id="323" r:id="rId9"/>
    <p:sldId id="324" r:id="rId10"/>
    <p:sldId id="325" r:id="rId11"/>
    <p:sldId id="309" r:id="rId12"/>
    <p:sldId id="339" r:id="rId13"/>
    <p:sldId id="326" r:id="rId14"/>
    <p:sldId id="263" r:id="rId15"/>
    <p:sldId id="310" r:id="rId16"/>
    <p:sldId id="327" r:id="rId17"/>
    <p:sldId id="328" r:id="rId18"/>
    <p:sldId id="331" r:id="rId19"/>
    <p:sldId id="311" r:id="rId20"/>
    <p:sldId id="312" r:id="rId21"/>
    <p:sldId id="340" r:id="rId22"/>
    <p:sldId id="329" r:id="rId23"/>
    <p:sldId id="335" r:id="rId24"/>
    <p:sldId id="336" r:id="rId25"/>
    <p:sldId id="338" r:id="rId26"/>
    <p:sldId id="337" r:id="rId27"/>
    <p:sldId id="333" r:id="rId28"/>
    <p:sldId id="332" r:id="rId29"/>
    <p:sldId id="342" r:id="rId30"/>
    <p:sldId id="341" r:id="rId31"/>
    <p:sldId id="345" r:id="rId32"/>
    <p:sldId id="316" r:id="rId33"/>
    <p:sldId id="348" r:id="rId34"/>
    <p:sldId id="346" r:id="rId35"/>
    <p:sldId id="347" r:id="rId36"/>
    <p:sldId id="349" r:id="rId37"/>
    <p:sldId id="315" r:id="rId38"/>
    <p:sldId id="350" r:id="rId39"/>
    <p:sldId id="319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5C4D"/>
    <a:srgbClr val="000000"/>
    <a:srgbClr val="637700"/>
    <a:srgbClr val="5E6A76"/>
    <a:srgbClr val="636A58"/>
    <a:srgbClr val="505A47"/>
    <a:srgbClr val="D1D8B7"/>
    <a:srgbClr val="A09D79"/>
    <a:srgbClr val="543E35"/>
    <a:srgbClr val="FFF4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405" autoAdjust="0"/>
  </p:normalViewPr>
  <p:slideViewPr>
    <p:cSldViewPr snapToGrid="0">
      <p:cViewPr varScale="1">
        <p:scale>
          <a:sx n="91" d="100"/>
          <a:sy n="91" d="100"/>
        </p:scale>
        <p:origin x="322" y="62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48" Type="http://schemas.microsoft.com/office/2018/10/relationships/authors" Target="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vir ." userId="e1216cdb2c3d5fd5" providerId="LiveId" clId="{7AF30D39-8DAC-4380-9F57-1F1E68E50E74}"/>
    <pc:docChg chg="undo redo custSel addSld delSld modSld sldOrd">
      <pc:chgData name="Tanvir ." userId="e1216cdb2c3d5fd5" providerId="LiveId" clId="{7AF30D39-8DAC-4380-9F57-1F1E68E50E74}" dt="2025-11-25T17:30:11.361" v="3360" actId="2711"/>
      <pc:docMkLst>
        <pc:docMk/>
      </pc:docMkLst>
      <pc:sldChg chg="modSp mod">
        <pc:chgData name="Tanvir ." userId="e1216cdb2c3d5fd5" providerId="LiveId" clId="{7AF30D39-8DAC-4380-9F57-1F1E68E50E74}" dt="2025-11-24T10:23:10.327" v="1584" actId="113"/>
        <pc:sldMkLst>
          <pc:docMk/>
          <pc:sldMk cId="1096717490" sldId="263"/>
        </pc:sldMkLst>
        <pc:spChg chg="mod">
          <ac:chgData name="Tanvir ." userId="e1216cdb2c3d5fd5" providerId="LiveId" clId="{7AF30D39-8DAC-4380-9F57-1F1E68E50E74}" dt="2025-11-24T10:20:38.435" v="1578" actId="20577"/>
          <ac:spMkLst>
            <pc:docMk/>
            <pc:sldMk cId="1096717490" sldId="263"/>
            <ac:spMk id="4" creationId="{C67646DD-668F-A033-D8FF-8E5E5F894802}"/>
          </ac:spMkLst>
        </pc:spChg>
        <pc:spChg chg="mod">
          <ac:chgData name="Tanvir ." userId="e1216cdb2c3d5fd5" providerId="LiveId" clId="{7AF30D39-8DAC-4380-9F57-1F1E68E50E74}" dt="2025-11-24T10:22:41.299" v="1582" actId="1076"/>
          <ac:spMkLst>
            <pc:docMk/>
            <pc:sldMk cId="1096717490" sldId="263"/>
            <ac:spMk id="5" creationId="{ED30D4FC-3452-5DA3-A537-7FF76B722061}"/>
          </ac:spMkLst>
        </pc:spChg>
        <pc:spChg chg="mod">
          <ac:chgData name="Tanvir ." userId="e1216cdb2c3d5fd5" providerId="LiveId" clId="{7AF30D39-8DAC-4380-9F57-1F1E68E50E74}" dt="2025-11-24T10:22:47.814" v="1583" actId="1076"/>
          <ac:spMkLst>
            <pc:docMk/>
            <pc:sldMk cId="1096717490" sldId="263"/>
            <ac:spMk id="6" creationId="{89C2E08C-6BCC-8009-569F-765FBAA01723}"/>
          </ac:spMkLst>
        </pc:spChg>
        <pc:spChg chg="mod">
          <ac:chgData name="Tanvir ." userId="e1216cdb2c3d5fd5" providerId="LiveId" clId="{7AF30D39-8DAC-4380-9F57-1F1E68E50E74}" dt="2025-11-24T10:23:10.327" v="1584" actId="113"/>
          <ac:spMkLst>
            <pc:docMk/>
            <pc:sldMk cId="1096717490" sldId="263"/>
            <ac:spMk id="7" creationId="{65CD347A-A88F-E3F6-BE76-8040391574E8}"/>
          </ac:spMkLst>
        </pc:spChg>
        <pc:picChg chg="mod">
          <ac:chgData name="Tanvir ." userId="e1216cdb2c3d5fd5" providerId="LiveId" clId="{7AF30D39-8DAC-4380-9F57-1F1E68E50E74}" dt="2025-11-24T10:17:34.557" v="1541" actId="1076"/>
          <ac:picMkLst>
            <pc:docMk/>
            <pc:sldMk cId="1096717490" sldId="263"/>
            <ac:picMk id="2050" creationId="{C7B27601-69D3-246B-A525-71A778CD1CC8}"/>
          </ac:picMkLst>
        </pc:picChg>
      </pc:sldChg>
      <pc:sldChg chg="addSp delSp modSp mod">
        <pc:chgData name="Tanvir ." userId="e1216cdb2c3d5fd5" providerId="LiveId" clId="{7AF30D39-8DAC-4380-9F57-1F1E68E50E74}" dt="2025-11-23T19:51:53.241" v="762" actId="255"/>
        <pc:sldMkLst>
          <pc:docMk/>
          <pc:sldMk cId="520000563" sldId="278"/>
        </pc:sldMkLst>
        <pc:spChg chg="add mod">
          <ac:chgData name="Tanvir ." userId="e1216cdb2c3d5fd5" providerId="LiveId" clId="{7AF30D39-8DAC-4380-9F57-1F1E68E50E74}" dt="2025-11-23T19:51:53.241" v="762" actId="255"/>
          <ac:spMkLst>
            <pc:docMk/>
            <pc:sldMk cId="520000563" sldId="278"/>
            <ac:spMk id="2" creationId="{606124A3-B35D-F9E7-EB51-902B42C74735}"/>
          </ac:spMkLst>
        </pc:spChg>
        <pc:spChg chg="mod">
          <ac:chgData name="Tanvir ." userId="e1216cdb2c3d5fd5" providerId="LiveId" clId="{7AF30D39-8DAC-4380-9F57-1F1E68E50E74}" dt="2025-11-23T19:47:26.262" v="691" actId="115"/>
          <ac:spMkLst>
            <pc:docMk/>
            <pc:sldMk cId="520000563" sldId="278"/>
            <ac:spMk id="6" creationId="{66810239-89EC-926F-3346-51EDE6291ACF}"/>
          </ac:spMkLst>
        </pc:spChg>
        <pc:spChg chg="mod">
          <ac:chgData name="Tanvir ." userId="e1216cdb2c3d5fd5" providerId="LiveId" clId="{7AF30D39-8DAC-4380-9F57-1F1E68E50E74}" dt="2025-11-23T19:47:48.029" v="693" actId="20577"/>
          <ac:spMkLst>
            <pc:docMk/>
            <pc:sldMk cId="520000563" sldId="278"/>
            <ac:spMk id="7" creationId="{4B8D9D9A-7EB3-3AEE-68C1-2BC693A37EC5}"/>
          </ac:spMkLst>
        </pc:spChg>
      </pc:sldChg>
      <pc:sldChg chg="del">
        <pc:chgData name="Tanvir ." userId="e1216cdb2c3d5fd5" providerId="LiveId" clId="{7AF30D39-8DAC-4380-9F57-1F1E68E50E74}" dt="2025-11-24T20:34:55.278" v="3320" actId="47"/>
        <pc:sldMkLst>
          <pc:docMk/>
          <pc:sldMk cId="2188828507" sldId="304"/>
        </pc:sldMkLst>
      </pc:sldChg>
      <pc:sldChg chg="modSp mod">
        <pc:chgData name="Tanvir ." userId="e1216cdb2c3d5fd5" providerId="LiveId" clId="{7AF30D39-8DAC-4380-9F57-1F1E68E50E74}" dt="2025-11-23T19:18:42.795" v="471" actId="20577"/>
        <pc:sldMkLst>
          <pc:docMk/>
          <pc:sldMk cId="586478555" sldId="307"/>
        </pc:sldMkLst>
        <pc:graphicFrameChg chg="mod modGraphic">
          <ac:chgData name="Tanvir ." userId="e1216cdb2c3d5fd5" providerId="LiveId" clId="{7AF30D39-8DAC-4380-9F57-1F1E68E50E74}" dt="2025-11-23T19:18:42.795" v="471" actId="20577"/>
          <ac:graphicFrameMkLst>
            <pc:docMk/>
            <pc:sldMk cId="586478555" sldId="307"/>
            <ac:graphicFrameMk id="6" creationId="{0D6FB95E-6987-A57C-3663-3FD6F6FAC24E}"/>
          </ac:graphicFrameMkLst>
        </pc:graphicFrameChg>
      </pc:sldChg>
      <pc:sldChg chg="addSp delSp modSp mod">
        <pc:chgData name="Tanvir ." userId="e1216cdb2c3d5fd5" providerId="LiveId" clId="{7AF30D39-8DAC-4380-9F57-1F1E68E50E74}" dt="2025-11-23T19:44:56.651" v="669" actId="20577"/>
        <pc:sldMkLst>
          <pc:docMk/>
          <pc:sldMk cId="2222324472" sldId="308"/>
        </pc:sldMkLst>
        <pc:spChg chg="mod">
          <ac:chgData name="Tanvir ." userId="e1216cdb2c3d5fd5" providerId="LiveId" clId="{7AF30D39-8DAC-4380-9F57-1F1E68E50E74}" dt="2025-11-23T19:44:56.651" v="669" actId="20577"/>
          <ac:spMkLst>
            <pc:docMk/>
            <pc:sldMk cId="2222324472" sldId="308"/>
            <ac:spMk id="10" creationId="{0CC79640-E186-E2C9-0FAD-4A87E836C8BB}"/>
          </ac:spMkLst>
        </pc:spChg>
      </pc:sldChg>
      <pc:sldChg chg="addSp delSp modSp mod">
        <pc:chgData name="Tanvir ." userId="e1216cdb2c3d5fd5" providerId="LiveId" clId="{7AF30D39-8DAC-4380-9F57-1F1E68E50E74}" dt="2025-11-24T18:15:35.445" v="2776" actId="14100"/>
        <pc:sldMkLst>
          <pc:docMk/>
          <pc:sldMk cId="1966913227" sldId="309"/>
        </pc:sldMkLst>
        <pc:spChg chg="mod">
          <ac:chgData name="Tanvir ." userId="e1216cdb2c3d5fd5" providerId="LiveId" clId="{7AF30D39-8DAC-4380-9F57-1F1E68E50E74}" dt="2025-11-24T18:11:13.733" v="2752" actId="115"/>
          <ac:spMkLst>
            <pc:docMk/>
            <pc:sldMk cId="1966913227" sldId="309"/>
            <ac:spMk id="9" creationId="{6D27D6E2-CE15-BA59-C93E-42CC994F3079}"/>
          </ac:spMkLst>
        </pc:spChg>
        <pc:spChg chg="del">
          <ac:chgData name="Tanvir ." userId="e1216cdb2c3d5fd5" providerId="LiveId" clId="{7AF30D39-8DAC-4380-9F57-1F1E68E50E74}" dt="2025-11-24T05:13:41.878" v="1054" actId="478"/>
          <ac:spMkLst>
            <pc:docMk/>
            <pc:sldMk cId="1966913227" sldId="309"/>
            <ac:spMk id="10" creationId="{B619113C-0187-4E17-56C4-11535D9B9717}"/>
          </ac:spMkLst>
        </pc:spChg>
        <pc:spChg chg="add del mod">
          <ac:chgData name="Tanvir ." userId="e1216cdb2c3d5fd5" providerId="LiveId" clId="{7AF30D39-8DAC-4380-9F57-1F1E68E50E74}" dt="2025-11-24T18:10:43.080" v="2711" actId="478"/>
          <ac:spMkLst>
            <pc:docMk/>
            <pc:sldMk cId="1966913227" sldId="309"/>
            <ac:spMk id="17" creationId="{928803DE-990B-3D92-1071-106C38AB5042}"/>
          </ac:spMkLst>
        </pc:spChg>
        <pc:spChg chg="add mod">
          <ac:chgData name="Tanvir ." userId="e1216cdb2c3d5fd5" providerId="LiveId" clId="{7AF30D39-8DAC-4380-9F57-1F1E68E50E74}" dt="2025-11-24T18:12:21.678" v="2757" actId="2711"/>
          <ac:spMkLst>
            <pc:docMk/>
            <pc:sldMk cId="1966913227" sldId="309"/>
            <ac:spMk id="18" creationId="{56080A6E-A399-1734-730A-4DB0D2565E4F}"/>
          </ac:spMkLst>
        </pc:spChg>
        <pc:spChg chg="mod">
          <ac:chgData name="Tanvir ." userId="e1216cdb2c3d5fd5" providerId="LiveId" clId="{7AF30D39-8DAC-4380-9F57-1F1E68E50E74}" dt="2025-11-24T06:43:08.709" v="1403" actId="14100"/>
          <ac:spMkLst>
            <pc:docMk/>
            <pc:sldMk cId="1966913227" sldId="309"/>
            <ac:spMk id="19" creationId="{A7BE12AD-D808-BDE0-3EB8-5BC50B1D8474}"/>
          </ac:spMkLst>
        </pc:spChg>
        <pc:spChg chg="add mod">
          <ac:chgData name="Tanvir ." userId="e1216cdb2c3d5fd5" providerId="LiveId" clId="{7AF30D39-8DAC-4380-9F57-1F1E68E50E74}" dt="2025-11-24T18:15:35.445" v="2776" actId="14100"/>
          <ac:spMkLst>
            <pc:docMk/>
            <pc:sldMk cId="1966913227" sldId="309"/>
            <ac:spMk id="21" creationId="{F7294E0C-9755-62EC-4A57-1F053AA4FACE}"/>
          </ac:spMkLst>
        </pc:spChg>
        <pc:spChg chg="add mod">
          <ac:chgData name="Tanvir ." userId="e1216cdb2c3d5fd5" providerId="LiveId" clId="{7AF30D39-8DAC-4380-9F57-1F1E68E50E74}" dt="2025-11-24T18:15:20.585" v="2774" actId="1076"/>
          <ac:spMkLst>
            <pc:docMk/>
            <pc:sldMk cId="1966913227" sldId="309"/>
            <ac:spMk id="23" creationId="{D7EA985C-FD2C-5FED-BE6D-F76BA9C8E460}"/>
          </ac:spMkLst>
        </pc:spChg>
        <pc:picChg chg="add del mod">
          <ac:chgData name="Tanvir ." userId="e1216cdb2c3d5fd5" providerId="LiveId" clId="{7AF30D39-8DAC-4380-9F57-1F1E68E50E74}" dt="2025-11-24T05:32:46.757" v="1253" actId="478"/>
          <ac:picMkLst>
            <pc:docMk/>
            <pc:sldMk cId="1966913227" sldId="309"/>
            <ac:picMk id="2" creationId="{17DA6708-F842-6205-88FB-9EDCA8A741F6}"/>
          </ac:picMkLst>
        </pc:picChg>
        <pc:picChg chg="add del mod">
          <ac:chgData name="Tanvir ." userId="e1216cdb2c3d5fd5" providerId="LiveId" clId="{7AF30D39-8DAC-4380-9F57-1F1E68E50E74}" dt="2025-11-24T18:10:24.709" v="2706" actId="478"/>
          <ac:picMkLst>
            <pc:docMk/>
            <pc:sldMk cId="1966913227" sldId="309"/>
            <ac:picMk id="5" creationId="{6047583E-AA11-E103-8F0B-F772D5EC926B}"/>
          </ac:picMkLst>
        </pc:picChg>
        <pc:picChg chg="add del mod">
          <ac:chgData name="Tanvir ." userId="e1216cdb2c3d5fd5" providerId="LiveId" clId="{7AF30D39-8DAC-4380-9F57-1F1E68E50E74}" dt="2025-11-24T18:10:43.080" v="2711" actId="478"/>
          <ac:picMkLst>
            <pc:docMk/>
            <pc:sldMk cId="1966913227" sldId="309"/>
            <ac:picMk id="7" creationId="{24ACE7D2-154D-81B8-0F9A-9460A7FF8644}"/>
          </ac:picMkLst>
        </pc:picChg>
        <pc:picChg chg="add del mod">
          <ac:chgData name="Tanvir ." userId="e1216cdb2c3d5fd5" providerId="LiveId" clId="{7AF30D39-8DAC-4380-9F57-1F1E68E50E74}" dt="2025-11-24T18:10:38.284" v="2710" actId="478"/>
          <ac:picMkLst>
            <pc:docMk/>
            <pc:sldMk cId="1966913227" sldId="309"/>
            <ac:picMk id="11" creationId="{6F60D75D-9344-15BD-3744-862C56C52195}"/>
          </ac:picMkLst>
        </pc:picChg>
        <pc:picChg chg="add del mod">
          <ac:chgData name="Tanvir ." userId="e1216cdb2c3d5fd5" providerId="LiveId" clId="{7AF30D39-8DAC-4380-9F57-1F1E68E50E74}" dt="2025-11-24T05:36:26.249" v="1306" actId="21"/>
          <ac:picMkLst>
            <pc:docMk/>
            <pc:sldMk cId="1966913227" sldId="309"/>
            <ac:picMk id="13" creationId="{5A51B5F1-2D41-9760-49A2-37F898A0362D}"/>
          </ac:picMkLst>
        </pc:picChg>
        <pc:picChg chg="add del mod">
          <ac:chgData name="Tanvir ." userId="e1216cdb2c3d5fd5" providerId="LiveId" clId="{7AF30D39-8DAC-4380-9F57-1F1E68E50E74}" dt="2025-11-24T18:10:33.740" v="2709" actId="478"/>
          <ac:picMkLst>
            <pc:docMk/>
            <pc:sldMk cId="1966913227" sldId="309"/>
            <ac:picMk id="14" creationId="{B9159986-198E-B0F4-D59B-3D099ACCF0FC}"/>
          </ac:picMkLst>
        </pc:picChg>
        <pc:picChg chg="add del mod">
          <ac:chgData name="Tanvir ." userId="e1216cdb2c3d5fd5" providerId="LiveId" clId="{7AF30D39-8DAC-4380-9F57-1F1E68E50E74}" dt="2025-11-24T18:10:33.740" v="2709" actId="478"/>
          <ac:picMkLst>
            <pc:docMk/>
            <pc:sldMk cId="1966913227" sldId="309"/>
            <ac:picMk id="16" creationId="{3C264302-6177-E40C-D5B0-B64B64435EEB}"/>
          </ac:picMkLst>
        </pc:picChg>
        <pc:picChg chg="del">
          <ac:chgData name="Tanvir ." userId="e1216cdb2c3d5fd5" providerId="LiveId" clId="{7AF30D39-8DAC-4380-9F57-1F1E68E50E74}" dt="2025-11-24T05:13:30.971" v="1053" actId="478"/>
          <ac:picMkLst>
            <pc:docMk/>
            <pc:sldMk cId="1966913227" sldId="309"/>
            <ac:picMk id="1030" creationId="{B38DF663-ADC2-1A18-58AE-2527B83C4793}"/>
          </ac:picMkLst>
        </pc:picChg>
      </pc:sldChg>
      <pc:sldChg chg="modSp mod">
        <pc:chgData name="Tanvir ." userId="e1216cdb2c3d5fd5" providerId="LiveId" clId="{7AF30D39-8DAC-4380-9F57-1F1E68E50E74}" dt="2025-11-24T10:35:27.308" v="1597" actId="113"/>
        <pc:sldMkLst>
          <pc:docMk/>
          <pc:sldMk cId="4230106960" sldId="310"/>
        </pc:sldMkLst>
        <pc:spChg chg="mod">
          <ac:chgData name="Tanvir ." userId="e1216cdb2c3d5fd5" providerId="LiveId" clId="{7AF30D39-8DAC-4380-9F57-1F1E68E50E74}" dt="2025-11-24T10:35:27.308" v="1597" actId="113"/>
          <ac:spMkLst>
            <pc:docMk/>
            <pc:sldMk cId="4230106960" sldId="310"/>
            <ac:spMk id="5" creationId="{E1F0CA48-DC66-2090-5ABB-B25BEA676A90}"/>
          </ac:spMkLst>
        </pc:spChg>
        <pc:spChg chg="mod">
          <ac:chgData name="Tanvir ." userId="e1216cdb2c3d5fd5" providerId="LiveId" clId="{7AF30D39-8DAC-4380-9F57-1F1E68E50E74}" dt="2025-11-24T10:33:52.680" v="1593" actId="14100"/>
          <ac:spMkLst>
            <pc:docMk/>
            <pc:sldMk cId="4230106960" sldId="310"/>
            <ac:spMk id="11" creationId="{949404F1-8E94-7D3D-71E2-A1A4B7CBCB4A}"/>
          </ac:spMkLst>
        </pc:spChg>
        <pc:picChg chg="mod">
          <ac:chgData name="Tanvir ." userId="e1216cdb2c3d5fd5" providerId="LiveId" clId="{7AF30D39-8DAC-4380-9F57-1F1E68E50E74}" dt="2025-11-24T10:32:56.856" v="1586" actId="1076"/>
          <ac:picMkLst>
            <pc:docMk/>
            <pc:sldMk cId="4230106960" sldId="310"/>
            <ac:picMk id="3074" creationId="{C4143DED-44A1-7D6A-B035-0CD0D387F23E}"/>
          </ac:picMkLst>
        </pc:picChg>
      </pc:sldChg>
      <pc:sldChg chg="addSp delSp modSp mod">
        <pc:chgData name="Tanvir ." userId="e1216cdb2c3d5fd5" providerId="LiveId" clId="{7AF30D39-8DAC-4380-9F57-1F1E68E50E74}" dt="2025-11-24T18:20:56.620" v="2819" actId="207"/>
        <pc:sldMkLst>
          <pc:docMk/>
          <pc:sldMk cId="3748348926" sldId="311"/>
        </pc:sldMkLst>
        <pc:spChg chg="del">
          <ac:chgData name="Tanvir ." userId="e1216cdb2c3d5fd5" providerId="LiveId" clId="{7AF30D39-8DAC-4380-9F57-1F1E68E50E74}" dt="2025-11-24T13:32:36.120" v="1877" actId="478"/>
          <ac:spMkLst>
            <pc:docMk/>
            <pc:sldMk cId="3748348926" sldId="311"/>
            <ac:spMk id="2" creationId="{5B459D9D-4BBC-A59A-D832-D4AABA1A8CD1}"/>
          </ac:spMkLst>
        </pc:spChg>
        <pc:spChg chg="add mod">
          <ac:chgData name="Tanvir ." userId="e1216cdb2c3d5fd5" providerId="LiveId" clId="{7AF30D39-8DAC-4380-9F57-1F1E68E50E74}" dt="2025-11-24T14:08:01.159" v="2119" actId="1076"/>
          <ac:spMkLst>
            <pc:docMk/>
            <pc:sldMk cId="3748348926" sldId="311"/>
            <ac:spMk id="3" creationId="{412DAC99-58E8-819D-EC77-EE701819FA42}"/>
          </ac:spMkLst>
        </pc:spChg>
        <pc:spChg chg="add del mod">
          <ac:chgData name="Tanvir ." userId="e1216cdb2c3d5fd5" providerId="LiveId" clId="{7AF30D39-8DAC-4380-9F57-1F1E68E50E74}" dt="2025-11-24T14:07:56.016" v="2118"/>
          <ac:spMkLst>
            <pc:docMk/>
            <pc:sldMk cId="3748348926" sldId="311"/>
            <ac:spMk id="6" creationId="{A57B37AA-5292-DD36-B0A1-E384D2CB1D57}"/>
          </ac:spMkLst>
        </pc:spChg>
        <pc:spChg chg="mod">
          <ac:chgData name="Tanvir ." userId="e1216cdb2c3d5fd5" providerId="LiveId" clId="{7AF30D39-8DAC-4380-9F57-1F1E68E50E74}" dt="2025-11-24T18:20:56.620" v="2819" actId="207"/>
          <ac:spMkLst>
            <pc:docMk/>
            <pc:sldMk cId="3748348926" sldId="311"/>
            <ac:spMk id="11" creationId="{7A49C0DA-C8AE-5ECC-149A-D60ECFF8C1EB}"/>
          </ac:spMkLst>
        </pc:spChg>
        <pc:picChg chg="del mod">
          <ac:chgData name="Tanvir ." userId="e1216cdb2c3d5fd5" providerId="LiveId" clId="{7AF30D39-8DAC-4380-9F57-1F1E68E50E74}" dt="2025-11-24T13:32:32.334" v="1876" actId="478"/>
          <ac:picMkLst>
            <pc:docMk/>
            <pc:sldMk cId="3748348926" sldId="311"/>
            <ac:picMk id="4098" creationId="{BDD21C66-35AE-0522-28AC-93F3CBB25E38}"/>
          </ac:picMkLst>
        </pc:picChg>
      </pc:sldChg>
      <pc:sldChg chg="addSp delSp modSp mod ord">
        <pc:chgData name="Tanvir ." userId="e1216cdb2c3d5fd5" providerId="LiveId" clId="{7AF30D39-8DAC-4380-9F57-1F1E68E50E74}" dt="2025-11-24T18:18:55.331" v="2812" actId="1076"/>
        <pc:sldMkLst>
          <pc:docMk/>
          <pc:sldMk cId="859909800" sldId="312"/>
        </pc:sldMkLst>
        <pc:spChg chg="add del mod">
          <ac:chgData name="Tanvir ." userId="e1216cdb2c3d5fd5" providerId="LiveId" clId="{7AF30D39-8DAC-4380-9F57-1F1E68E50E74}" dt="2025-11-24T14:16:24.730" v="2170"/>
          <ac:spMkLst>
            <pc:docMk/>
            <pc:sldMk cId="859909800" sldId="312"/>
            <ac:spMk id="2" creationId="{FECEB9DF-8060-246B-5549-DD747DFF9521}"/>
          </ac:spMkLst>
        </pc:spChg>
        <pc:spChg chg="add del mod">
          <ac:chgData name="Tanvir ." userId="e1216cdb2c3d5fd5" providerId="LiveId" clId="{7AF30D39-8DAC-4380-9F57-1F1E68E50E74}" dt="2025-11-24T18:16:11.554" v="2781" actId="478"/>
          <ac:spMkLst>
            <pc:docMk/>
            <pc:sldMk cId="859909800" sldId="312"/>
            <ac:spMk id="3" creationId="{E4C23F1E-7836-48C9-F4BA-DEB8A56758B4}"/>
          </ac:spMkLst>
        </pc:spChg>
        <pc:spChg chg="mod">
          <ac:chgData name="Tanvir ." userId="e1216cdb2c3d5fd5" providerId="LiveId" clId="{7AF30D39-8DAC-4380-9F57-1F1E68E50E74}" dt="2025-11-24T18:16:03.935" v="2778" actId="20577"/>
          <ac:spMkLst>
            <pc:docMk/>
            <pc:sldMk cId="859909800" sldId="312"/>
            <ac:spMk id="5" creationId="{E95044F7-BD97-2FDE-4E33-A565BCF0EFEC}"/>
          </ac:spMkLst>
        </pc:spChg>
        <pc:spChg chg="add mod">
          <ac:chgData name="Tanvir ." userId="e1216cdb2c3d5fd5" providerId="LiveId" clId="{7AF30D39-8DAC-4380-9F57-1F1E68E50E74}" dt="2025-11-24T18:17:00.234" v="2788" actId="14100"/>
          <ac:spMkLst>
            <pc:docMk/>
            <pc:sldMk cId="859909800" sldId="312"/>
            <ac:spMk id="6" creationId="{A67ACD2D-3B92-121B-C591-92EB4DE8C6F2}"/>
          </ac:spMkLst>
        </pc:spChg>
        <pc:spChg chg="add mod">
          <ac:chgData name="Tanvir ." userId="e1216cdb2c3d5fd5" providerId="LiveId" clId="{7AF30D39-8DAC-4380-9F57-1F1E68E50E74}" dt="2025-11-24T18:18:55.331" v="2812" actId="1076"/>
          <ac:spMkLst>
            <pc:docMk/>
            <pc:sldMk cId="859909800" sldId="312"/>
            <ac:spMk id="8" creationId="{FF57ECF6-4C5B-57E4-0C2E-785724DAC0A3}"/>
          </ac:spMkLst>
        </pc:spChg>
        <pc:spChg chg="add mod">
          <ac:chgData name="Tanvir ." userId="e1216cdb2c3d5fd5" providerId="LiveId" clId="{7AF30D39-8DAC-4380-9F57-1F1E68E50E74}" dt="2025-11-24T18:18:45.509" v="2811" actId="121"/>
          <ac:spMkLst>
            <pc:docMk/>
            <pc:sldMk cId="859909800" sldId="312"/>
            <ac:spMk id="9" creationId="{283D042E-531A-D6F7-8818-C7B2506DC6D1}"/>
          </ac:spMkLst>
        </pc:spChg>
        <pc:spChg chg="add mod">
          <ac:chgData name="Tanvir ." userId="e1216cdb2c3d5fd5" providerId="LiveId" clId="{7AF30D39-8DAC-4380-9F57-1F1E68E50E74}" dt="2025-11-24T18:17:38.146" v="2798"/>
          <ac:spMkLst>
            <pc:docMk/>
            <pc:sldMk cId="859909800" sldId="312"/>
            <ac:spMk id="10" creationId="{6BFA5652-DE68-147B-07FC-E13DC51B885B}"/>
          </ac:spMkLst>
        </pc:spChg>
        <pc:spChg chg="del">
          <ac:chgData name="Tanvir ." userId="e1216cdb2c3d5fd5" providerId="LiveId" clId="{7AF30D39-8DAC-4380-9F57-1F1E68E50E74}" dt="2025-11-24T14:10:18.806" v="2122" actId="478"/>
          <ac:spMkLst>
            <pc:docMk/>
            <pc:sldMk cId="859909800" sldId="312"/>
            <ac:spMk id="11" creationId="{3BE438FB-049A-5F18-E9C6-EE0DA8DA52AF}"/>
          </ac:spMkLst>
        </pc:spChg>
        <pc:picChg chg="del">
          <ac:chgData name="Tanvir ." userId="e1216cdb2c3d5fd5" providerId="LiveId" clId="{7AF30D39-8DAC-4380-9F57-1F1E68E50E74}" dt="2025-11-24T14:10:14.409" v="2121" actId="478"/>
          <ac:picMkLst>
            <pc:docMk/>
            <pc:sldMk cId="859909800" sldId="312"/>
            <ac:picMk id="5122" creationId="{145E5346-F958-E4F3-80EE-84638A4C19CB}"/>
          </ac:picMkLst>
        </pc:picChg>
        <pc:picChg chg="add del mod">
          <ac:chgData name="Tanvir ." userId="e1216cdb2c3d5fd5" providerId="LiveId" clId="{7AF30D39-8DAC-4380-9F57-1F1E68E50E74}" dt="2025-11-24T18:16:05.568" v="2779" actId="478"/>
          <ac:picMkLst>
            <pc:docMk/>
            <pc:sldMk cId="859909800" sldId="312"/>
            <ac:picMk id="9218" creationId="{1782D1D7-4D77-1BC6-1DF5-C7EDE5660C28}"/>
          </ac:picMkLst>
        </pc:picChg>
      </pc:sldChg>
      <pc:sldChg chg="del ord">
        <pc:chgData name="Tanvir ." userId="e1216cdb2c3d5fd5" providerId="LiveId" clId="{7AF30D39-8DAC-4380-9F57-1F1E68E50E74}" dt="2025-11-24T20:35:01.676" v="3321" actId="47"/>
        <pc:sldMkLst>
          <pc:docMk/>
          <pc:sldMk cId="4132147533" sldId="314"/>
        </pc:sldMkLst>
      </pc:sldChg>
      <pc:sldChg chg="addSp delSp modSp mod">
        <pc:chgData name="Tanvir ." userId="e1216cdb2c3d5fd5" providerId="LiveId" clId="{7AF30D39-8DAC-4380-9F57-1F1E68E50E74}" dt="2025-11-24T20:34:33.695" v="3316" actId="1076"/>
        <pc:sldMkLst>
          <pc:docMk/>
          <pc:sldMk cId="3064996118" sldId="315"/>
        </pc:sldMkLst>
        <pc:spChg chg="add mod">
          <ac:chgData name="Tanvir ." userId="e1216cdb2c3d5fd5" providerId="LiveId" clId="{7AF30D39-8DAC-4380-9F57-1F1E68E50E74}" dt="2025-11-24T20:34:33.695" v="3316" actId="1076"/>
          <ac:spMkLst>
            <pc:docMk/>
            <pc:sldMk cId="3064996118" sldId="315"/>
            <ac:spMk id="2" creationId="{93D1D427-D2B4-4B1C-A6D1-2D8A484C8717}"/>
          </ac:spMkLst>
        </pc:spChg>
        <pc:spChg chg="del">
          <ac:chgData name="Tanvir ." userId="e1216cdb2c3d5fd5" providerId="LiveId" clId="{7AF30D39-8DAC-4380-9F57-1F1E68E50E74}" dt="2025-11-24T20:33:34.632" v="3296" actId="478"/>
          <ac:spMkLst>
            <pc:docMk/>
            <pc:sldMk cId="3064996118" sldId="315"/>
            <ac:spMk id="6" creationId="{EF34901B-24CB-C726-5E05-0A5719807E22}"/>
          </ac:spMkLst>
        </pc:spChg>
        <pc:spChg chg="mod">
          <ac:chgData name="Tanvir ." userId="e1216cdb2c3d5fd5" providerId="LiveId" clId="{7AF30D39-8DAC-4380-9F57-1F1E68E50E74}" dt="2025-11-24T20:33:54.193" v="3307" actId="115"/>
          <ac:spMkLst>
            <pc:docMk/>
            <pc:sldMk cId="3064996118" sldId="315"/>
            <ac:spMk id="10" creationId="{4E4F88F8-17E5-45E3-77B1-77FACD99FF63}"/>
          </ac:spMkLst>
        </pc:spChg>
        <pc:picChg chg="del">
          <ac:chgData name="Tanvir ." userId="e1216cdb2c3d5fd5" providerId="LiveId" clId="{7AF30D39-8DAC-4380-9F57-1F1E68E50E74}" dt="2025-11-24T20:33:31.897" v="3295" actId="478"/>
          <ac:picMkLst>
            <pc:docMk/>
            <pc:sldMk cId="3064996118" sldId="315"/>
            <ac:picMk id="8194" creationId="{B50D5C61-731F-6E14-07C3-B28330238781}"/>
          </ac:picMkLst>
        </pc:picChg>
      </pc:sldChg>
      <pc:sldChg chg="addSp delSp modSp mod ord">
        <pc:chgData name="Tanvir ." userId="e1216cdb2c3d5fd5" providerId="LiveId" clId="{7AF30D39-8DAC-4380-9F57-1F1E68E50E74}" dt="2025-11-24T19:30:13.483" v="3142" actId="1076"/>
        <pc:sldMkLst>
          <pc:docMk/>
          <pc:sldMk cId="537809529" sldId="316"/>
        </pc:sldMkLst>
        <pc:spChg chg="add del mod">
          <ac:chgData name="Tanvir ." userId="e1216cdb2c3d5fd5" providerId="LiveId" clId="{7AF30D39-8DAC-4380-9F57-1F1E68E50E74}" dt="2025-11-24T18:36:06.836" v="2854" actId="478"/>
          <ac:spMkLst>
            <pc:docMk/>
            <pc:sldMk cId="537809529" sldId="316"/>
            <ac:spMk id="3" creationId="{A4FCC838-7A19-0AA9-F32A-E5A93F7406D6}"/>
          </ac:spMkLst>
        </pc:spChg>
        <pc:spChg chg="add mod">
          <ac:chgData name="Tanvir ." userId="e1216cdb2c3d5fd5" providerId="LiveId" clId="{7AF30D39-8DAC-4380-9F57-1F1E68E50E74}" dt="2025-11-24T19:30:13.483" v="3142" actId="1076"/>
          <ac:spMkLst>
            <pc:docMk/>
            <pc:sldMk cId="537809529" sldId="316"/>
            <ac:spMk id="4" creationId="{A4A6938C-5B6B-96AC-914A-5AF3E35EEBC8}"/>
          </ac:spMkLst>
        </pc:spChg>
        <pc:spChg chg="add mod">
          <ac:chgData name="Tanvir ." userId="e1216cdb2c3d5fd5" providerId="LiveId" clId="{7AF30D39-8DAC-4380-9F57-1F1E68E50E74}" dt="2025-11-24T19:29:50.547" v="3138" actId="1076"/>
          <ac:spMkLst>
            <pc:docMk/>
            <pc:sldMk cId="537809529" sldId="316"/>
            <ac:spMk id="5" creationId="{14DB9C37-E5BD-1ABC-3329-FB40996C36F7}"/>
          </ac:spMkLst>
        </pc:spChg>
        <pc:spChg chg="del">
          <ac:chgData name="Tanvir ." userId="e1216cdb2c3d5fd5" providerId="LiveId" clId="{7AF30D39-8DAC-4380-9F57-1F1E68E50E74}" dt="2025-11-24T18:36:04.229" v="2853" actId="478"/>
          <ac:spMkLst>
            <pc:docMk/>
            <pc:sldMk cId="537809529" sldId="316"/>
            <ac:spMk id="9" creationId="{589DC985-2614-7247-2F01-42472211D756}"/>
          </ac:spMkLst>
        </pc:spChg>
        <pc:spChg chg="mod">
          <ac:chgData name="Tanvir ." userId="e1216cdb2c3d5fd5" providerId="LiveId" clId="{7AF30D39-8DAC-4380-9F57-1F1E68E50E74}" dt="2025-11-24T19:30:06.502" v="3141" actId="1076"/>
          <ac:spMkLst>
            <pc:docMk/>
            <pc:sldMk cId="537809529" sldId="316"/>
            <ac:spMk id="17" creationId="{96E3FD31-D19A-BFEB-821F-C00103830DC9}"/>
          </ac:spMkLst>
        </pc:spChg>
        <pc:picChg chg="add del mod">
          <ac:chgData name="Tanvir ." userId="e1216cdb2c3d5fd5" providerId="LiveId" clId="{7AF30D39-8DAC-4380-9F57-1F1E68E50E74}" dt="2025-11-24T18:35:50.401" v="2850" actId="478"/>
          <ac:picMkLst>
            <pc:docMk/>
            <pc:sldMk cId="537809529" sldId="316"/>
            <ac:picMk id="2" creationId="{7D14387E-7A04-2AE2-E311-369896A430AC}"/>
          </ac:picMkLst>
        </pc:picChg>
        <pc:picChg chg="del">
          <ac:chgData name="Tanvir ." userId="e1216cdb2c3d5fd5" providerId="LiveId" clId="{7AF30D39-8DAC-4380-9F57-1F1E68E50E74}" dt="2025-11-24T18:35:59.907" v="2852" actId="478"/>
          <ac:picMkLst>
            <pc:docMk/>
            <pc:sldMk cId="537809529" sldId="316"/>
            <ac:picMk id="6146" creationId="{9C9484C7-8B30-BEBC-BAC7-7B3756849CAB}"/>
          </ac:picMkLst>
        </pc:picChg>
        <pc:picChg chg="add del mod">
          <ac:chgData name="Tanvir ." userId="e1216cdb2c3d5fd5" providerId="LiveId" clId="{7AF30D39-8DAC-4380-9F57-1F1E68E50E74}" dt="2025-11-24T18:39:26.183" v="2884" actId="478"/>
          <ac:picMkLst>
            <pc:docMk/>
            <pc:sldMk cId="537809529" sldId="316"/>
            <ac:picMk id="18434" creationId="{5C4B1986-EC46-0F26-CD86-D4DF27A36F39}"/>
          </ac:picMkLst>
        </pc:picChg>
        <pc:picChg chg="add mod">
          <ac:chgData name="Tanvir ." userId="e1216cdb2c3d5fd5" providerId="LiveId" clId="{7AF30D39-8DAC-4380-9F57-1F1E68E50E74}" dt="2025-11-24T19:30:00.656" v="3140" actId="1076"/>
          <ac:picMkLst>
            <pc:docMk/>
            <pc:sldMk cId="537809529" sldId="316"/>
            <ac:picMk id="18437" creationId="{DD9F000D-777A-6176-B36C-7278B0D0F592}"/>
          </ac:picMkLst>
        </pc:picChg>
      </pc:sldChg>
      <pc:sldChg chg="addSp delSp modSp mod">
        <pc:chgData name="Tanvir ." userId="e1216cdb2c3d5fd5" providerId="LiveId" clId="{7AF30D39-8DAC-4380-9F57-1F1E68E50E74}" dt="2025-11-24T20:38:05.938" v="3359" actId="478"/>
        <pc:sldMkLst>
          <pc:docMk/>
          <pc:sldMk cId="1338167130" sldId="317"/>
        </pc:sldMkLst>
        <pc:spChg chg="mod">
          <ac:chgData name="Tanvir ." userId="e1216cdb2c3d5fd5" providerId="LiveId" clId="{7AF30D39-8DAC-4380-9F57-1F1E68E50E74}" dt="2025-11-23T19:09:15.658" v="253" actId="1076"/>
          <ac:spMkLst>
            <pc:docMk/>
            <pc:sldMk cId="1338167130" sldId="317"/>
            <ac:spMk id="3" creationId="{B45A4A65-E8B8-40CF-7ABD-97EA8FA97521}"/>
          </ac:spMkLst>
        </pc:spChg>
        <pc:spChg chg="add del mod">
          <ac:chgData name="Tanvir ." userId="e1216cdb2c3d5fd5" providerId="LiveId" clId="{7AF30D39-8DAC-4380-9F57-1F1E68E50E74}" dt="2025-11-24T20:38:05.938" v="3359" actId="478"/>
          <ac:spMkLst>
            <pc:docMk/>
            <pc:sldMk cId="1338167130" sldId="317"/>
            <ac:spMk id="6" creationId="{ECB5C103-BEE9-0C97-D35C-3D4B0F09CE7B}"/>
          </ac:spMkLst>
        </pc:spChg>
        <pc:picChg chg="add del mod">
          <ac:chgData name="Tanvir ." userId="e1216cdb2c3d5fd5" providerId="LiveId" clId="{7AF30D39-8DAC-4380-9F57-1F1E68E50E74}" dt="2025-11-24T05:57:58.780" v="1351" actId="478"/>
          <ac:picMkLst>
            <pc:docMk/>
            <pc:sldMk cId="1338167130" sldId="317"/>
            <ac:picMk id="4098" creationId="{A195EF4D-979D-39FF-9F21-612D289A8768}"/>
          </ac:picMkLst>
        </pc:picChg>
      </pc:sldChg>
      <pc:sldChg chg="modSp mod">
        <pc:chgData name="Tanvir ." userId="e1216cdb2c3d5fd5" providerId="LiveId" clId="{7AF30D39-8DAC-4380-9F57-1F1E68E50E74}" dt="2025-11-25T17:30:11.361" v="3360" actId="2711"/>
        <pc:sldMkLst>
          <pc:docMk/>
          <pc:sldMk cId="1977086774" sldId="319"/>
        </pc:sldMkLst>
        <pc:spChg chg="mod">
          <ac:chgData name="Tanvir ." userId="e1216cdb2c3d5fd5" providerId="LiveId" clId="{7AF30D39-8DAC-4380-9F57-1F1E68E50E74}" dt="2025-11-25T17:30:11.361" v="3360" actId="2711"/>
          <ac:spMkLst>
            <pc:docMk/>
            <pc:sldMk cId="1977086774" sldId="319"/>
            <ac:spMk id="6" creationId="{465E0F8C-4EC0-D3E0-93A2-FAF52C432967}"/>
          </ac:spMkLst>
        </pc:spChg>
      </pc:sldChg>
      <pc:sldChg chg="del">
        <pc:chgData name="Tanvir ." userId="e1216cdb2c3d5fd5" providerId="LiveId" clId="{7AF30D39-8DAC-4380-9F57-1F1E68E50E74}" dt="2025-11-24T20:34:53.745" v="3319" actId="47"/>
        <pc:sldMkLst>
          <pc:docMk/>
          <pc:sldMk cId="73922758" sldId="320"/>
        </pc:sldMkLst>
      </pc:sldChg>
      <pc:sldChg chg="addSp delSp modSp del mod">
        <pc:chgData name="Tanvir ." userId="e1216cdb2c3d5fd5" providerId="LiveId" clId="{7AF30D39-8DAC-4380-9F57-1F1E68E50E74}" dt="2025-11-24T20:34:52.149" v="3318" actId="47"/>
        <pc:sldMkLst>
          <pc:docMk/>
          <pc:sldMk cId="4107454033" sldId="321"/>
        </pc:sldMkLst>
      </pc:sldChg>
      <pc:sldChg chg="modSp add del mod">
        <pc:chgData name="Tanvir ." userId="e1216cdb2c3d5fd5" providerId="LiveId" clId="{7AF30D39-8DAC-4380-9F57-1F1E68E50E74}" dt="2025-11-24T20:34:50.405" v="3317" actId="47"/>
        <pc:sldMkLst>
          <pc:docMk/>
          <pc:sldMk cId="128476612" sldId="322"/>
        </pc:sldMkLst>
      </pc:sldChg>
      <pc:sldChg chg="addSp delSp modSp new add del mod">
        <pc:chgData name="Tanvir ." userId="e1216cdb2c3d5fd5" providerId="LiveId" clId="{7AF30D39-8DAC-4380-9F57-1F1E68E50E74}" dt="2025-11-24T04:46:29.356" v="1029" actId="20577"/>
        <pc:sldMkLst>
          <pc:docMk/>
          <pc:sldMk cId="689045559" sldId="323"/>
        </pc:sldMkLst>
        <pc:spChg chg="add mod">
          <ac:chgData name="Tanvir ." userId="e1216cdb2c3d5fd5" providerId="LiveId" clId="{7AF30D39-8DAC-4380-9F57-1F1E68E50E74}" dt="2025-11-23T19:59:36.950" v="841" actId="14100"/>
          <ac:spMkLst>
            <pc:docMk/>
            <pc:sldMk cId="689045559" sldId="323"/>
            <ac:spMk id="5" creationId="{368BE22B-4DB2-9E90-E4BC-B0FC641016E2}"/>
          </ac:spMkLst>
        </pc:spChg>
        <pc:spChg chg="add mod">
          <ac:chgData name="Tanvir ." userId="e1216cdb2c3d5fd5" providerId="LiveId" clId="{7AF30D39-8DAC-4380-9F57-1F1E68E50E74}" dt="2025-11-24T04:46:29.356" v="1029" actId="20577"/>
          <ac:spMkLst>
            <pc:docMk/>
            <pc:sldMk cId="689045559" sldId="323"/>
            <ac:spMk id="6" creationId="{39F5BE0B-E6D5-CF23-5563-84708928D2AE}"/>
          </ac:spMkLst>
        </pc:spChg>
      </pc:sldChg>
      <pc:sldChg chg="addSp delSp modSp new mod">
        <pc:chgData name="Tanvir ." userId="e1216cdb2c3d5fd5" providerId="LiveId" clId="{7AF30D39-8DAC-4380-9F57-1F1E68E50E74}" dt="2025-11-24T04:38:38.168" v="1010" actId="20577"/>
        <pc:sldMkLst>
          <pc:docMk/>
          <pc:sldMk cId="3170113733" sldId="324"/>
        </pc:sldMkLst>
        <pc:spChg chg="add mod">
          <ac:chgData name="Tanvir ." userId="e1216cdb2c3d5fd5" providerId="LiveId" clId="{7AF30D39-8DAC-4380-9F57-1F1E68E50E74}" dt="2025-11-24T04:38:38.168" v="1010" actId="20577"/>
          <ac:spMkLst>
            <pc:docMk/>
            <pc:sldMk cId="3170113733" sldId="324"/>
            <ac:spMk id="5" creationId="{823A852B-A50C-55E4-1933-A3944B9020ED}"/>
          </ac:spMkLst>
        </pc:spChg>
      </pc:sldChg>
      <pc:sldChg chg="addSp delSp modSp new mod">
        <pc:chgData name="Tanvir ." userId="e1216cdb2c3d5fd5" providerId="LiveId" clId="{7AF30D39-8DAC-4380-9F57-1F1E68E50E74}" dt="2025-11-24T05:37:16.641" v="1345" actId="1076"/>
        <pc:sldMkLst>
          <pc:docMk/>
          <pc:sldMk cId="1854572095" sldId="325"/>
        </pc:sldMkLst>
        <pc:spChg chg="add del">
          <ac:chgData name="Tanvir ." userId="e1216cdb2c3d5fd5" providerId="LiveId" clId="{7AF30D39-8DAC-4380-9F57-1F1E68E50E74}" dt="2025-11-24T05:04:44.231" v="1033" actId="22"/>
          <ac:spMkLst>
            <pc:docMk/>
            <pc:sldMk cId="1854572095" sldId="325"/>
            <ac:spMk id="6" creationId="{EB51F579-2F39-B104-9705-ED8CC8540B18}"/>
          </ac:spMkLst>
        </pc:spChg>
        <pc:spChg chg="add del mod">
          <ac:chgData name="Tanvir ." userId="e1216cdb2c3d5fd5" providerId="LiveId" clId="{7AF30D39-8DAC-4380-9F57-1F1E68E50E74}" dt="2025-11-24T05:05:32.140" v="1038" actId="478"/>
          <ac:spMkLst>
            <pc:docMk/>
            <pc:sldMk cId="1854572095" sldId="325"/>
            <ac:spMk id="8" creationId="{38A4842A-93E5-019B-26A2-22B6BFD45AA7}"/>
          </ac:spMkLst>
        </pc:spChg>
        <pc:spChg chg="add mod">
          <ac:chgData name="Tanvir ." userId="e1216cdb2c3d5fd5" providerId="LiveId" clId="{7AF30D39-8DAC-4380-9F57-1F1E68E50E74}" dt="2025-11-24T05:06:27.393" v="1040"/>
          <ac:spMkLst>
            <pc:docMk/>
            <pc:sldMk cId="1854572095" sldId="325"/>
            <ac:spMk id="11" creationId="{648B7E95-8EF4-C9F8-5BCF-B6F7D9A903D7}"/>
          </ac:spMkLst>
        </pc:spChg>
        <pc:spChg chg="add mod">
          <ac:chgData name="Tanvir ." userId="e1216cdb2c3d5fd5" providerId="LiveId" clId="{7AF30D39-8DAC-4380-9F57-1F1E68E50E74}" dt="2025-11-24T05:16:06.653" v="1096" actId="113"/>
          <ac:spMkLst>
            <pc:docMk/>
            <pc:sldMk cId="1854572095" sldId="325"/>
            <ac:spMk id="20" creationId="{5D4CBEA5-54E3-740F-2945-AEF20B22E998}"/>
          </ac:spMkLst>
        </pc:spChg>
        <pc:spChg chg="add mod">
          <ac:chgData name="Tanvir ." userId="e1216cdb2c3d5fd5" providerId="LiveId" clId="{7AF30D39-8DAC-4380-9F57-1F1E68E50E74}" dt="2025-11-24T05:27:01.344" v="1154" actId="113"/>
          <ac:spMkLst>
            <pc:docMk/>
            <pc:sldMk cId="1854572095" sldId="325"/>
            <ac:spMk id="23" creationId="{CBADAD18-ACDF-6FE2-607E-D6737BF5AA95}"/>
          </ac:spMkLst>
        </pc:spChg>
        <pc:spChg chg="add mod">
          <ac:chgData name="Tanvir ." userId="e1216cdb2c3d5fd5" providerId="LiveId" clId="{7AF30D39-8DAC-4380-9F57-1F1E68E50E74}" dt="2025-11-24T05:28:16.567" v="1203" actId="1076"/>
          <ac:spMkLst>
            <pc:docMk/>
            <pc:sldMk cId="1854572095" sldId="325"/>
            <ac:spMk id="24" creationId="{33320E97-4EAF-C9E8-B15B-0C381D225E57}"/>
          </ac:spMkLst>
        </pc:spChg>
        <pc:spChg chg="add mod">
          <ac:chgData name="Tanvir ." userId="e1216cdb2c3d5fd5" providerId="LiveId" clId="{7AF30D39-8DAC-4380-9F57-1F1E68E50E74}" dt="2025-11-24T05:35:37.191" v="1290" actId="1076"/>
          <ac:spMkLst>
            <pc:docMk/>
            <pc:sldMk cId="1854572095" sldId="325"/>
            <ac:spMk id="25" creationId="{4AC2E804-5B30-08A1-927A-343516611DB6}"/>
          </ac:spMkLst>
        </pc:spChg>
        <pc:spChg chg="add mod">
          <ac:chgData name="Tanvir ." userId="e1216cdb2c3d5fd5" providerId="LiveId" clId="{7AF30D39-8DAC-4380-9F57-1F1E68E50E74}" dt="2025-11-24T05:36:17.359" v="1305" actId="1076"/>
          <ac:spMkLst>
            <pc:docMk/>
            <pc:sldMk cId="1854572095" sldId="325"/>
            <ac:spMk id="26" creationId="{8175BF39-4B83-480E-1E76-5E2953913D4A}"/>
          </ac:spMkLst>
        </pc:spChg>
        <pc:spChg chg="add mod">
          <ac:chgData name="Tanvir ." userId="e1216cdb2c3d5fd5" providerId="LiveId" clId="{7AF30D39-8DAC-4380-9F57-1F1E68E50E74}" dt="2025-11-24T05:37:16.641" v="1345" actId="1076"/>
          <ac:spMkLst>
            <pc:docMk/>
            <pc:sldMk cId="1854572095" sldId="325"/>
            <ac:spMk id="28" creationId="{A5FDD3CE-9FA2-F312-9565-CE453C5F2ED6}"/>
          </ac:spMkLst>
        </pc:spChg>
        <pc:graphicFrameChg chg="add mod">
          <ac:chgData name="Tanvir ." userId="e1216cdb2c3d5fd5" providerId="LiveId" clId="{7AF30D39-8DAC-4380-9F57-1F1E68E50E74}" dt="2025-11-24T05:05:54.466" v="1039"/>
          <ac:graphicFrameMkLst>
            <pc:docMk/>
            <pc:sldMk cId="1854572095" sldId="325"/>
            <ac:graphicFrameMk id="9" creationId="{75BF7DC8-51D7-053D-3E1A-BFE0D1838EFD}"/>
          </ac:graphicFrameMkLst>
        </pc:graphicFrameChg>
        <pc:graphicFrameChg chg="add mod">
          <ac:chgData name="Tanvir ." userId="e1216cdb2c3d5fd5" providerId="LiveId" clId="{7AF30D39-8DAC-4380-9F57-1F1E68E50E74}" dt="2025-11-24T05:05:54.466" v="1039"/>
          <ac:graphicFrameMkLst>
            <pc:docMk/>
            <pc:sldMk cId="1854572095" sldId="325"/>
            <ac:graphicFrameMk id="10" creationId="{00C14C4C-C04E-79E7-C928-6BCB5B0900FD}"/>
          </ac:graphicFrameMkLst>
        </pc:graphicFrameChg>
        <pc:picChg chg="add del mod">
          <ac:chgData name="Tanvir ." userId="e1216cdb2c3d5fd5" providerId="LiveId" clId="{7AF30D39-8DAC-4380-9F57-1F1E68E50E74}" dt="2025-11-24T05:14:19.736" v="1058" actId="21"/>
          <ac:picMkLst>
            <pc:docMk/>
            <pc:sldMk cId="1854572095" sldId="325"/>
            <ac:picMk id="13" creationId="{5A51B5F1-2D41-9760-49A2-37F898A0362D}"/>
          </ac:picMkLst>
        </pc:picChg>
        <pc:picChg chg="add mod">
          <ac:chgData name="Tanvir ." userId="e1216cdb2c3d5fd5" providerId="LiveId" clId="{7AF30D39-8DAC-4380-9F57-1F1E68E50E74}" dt="2025-11-24T05:27:16.798" v="1156" actId="1076"/>
          <ac:picMkLst>
            <pc:docMk/>
            <pc:sldMk cId="1854572095" sldId="325"/>
            <ac:picMk id="15" creationId="{506EE801-16DD-5503-7272-3E0652CA48CD}"/>
          </ac:picMkLst>
        </pc:picChg>
        <pc:picChg chg="add mod">
          <ac:chgData name="Tanvir ." userId="e1216cdb2c3d5fd5" providerId="LiveId" clId="{7AF30D39-8DAC-4380-9F57-1F1E68E50E74}" dt="2025-11-24T05:35:42.201" v="1291" actId="1076"/>
          <ac:picMkLst>
            <pc:docMk/>
            <pc:sldMk cId="1854572095" sldId="325"/>
            <ac:picMk id="17" creationId="{B7E37E5D-6A73-B675-3FF5-1A617776D508}"/>
          </ac:picMkLst>
        </pc:picChg>
        <pc:picChg chg="add del">
          <ac:chgData name="Tanvir ." userId="e1216cdb2c3d5fd5" providerId="LiveId" clId="{7AF30D39-8DAC-4380-9F57-1F1E68E50E74}" dt="2025-11-24T05:14:07.901" v="1055" actId="21"/>
          <ac:picMkLst>
            <pc:docMk/>
            <pc:sldMk cId="1854572095" sldId="325"/>
            <ac:picMk id="19" creationId="{17DA6708-F842-6205-88FB-9EDCA8A741F6}"/>
          </ac:picMkLst>
        </pc:picChg>
        <pc:picChg chg="add mod">
          <ac:chgData name="Tanvir ." userId="e1216cdb2c3d5fd5" providerId="LiveId" clId="{7AF30D39-8DAC-4380-9F57-1F1E68E50E74}" dt="2025-11-24T05:28:19.344" v="1204" actId="1076"/>
          <ac:picMkLst>
            <pc:docMk/>
            <pc:sldMk cId="1854572095" sldId="325"/>
            <ac:picMk id="22" creationId="{89430963-C583-FABE-8CBE-021675EE13D6}"/>
          </ac:picMkLst>
        </pc:picChg>
        <pc:picChg chg="add mod">
          <ac:chgData name="Tanvir ." userId="e1216cdb2c3d5fd5" providerId="LiveId" clId="{7AF30D39-8DAC-4380-9F57-1F1E68E50E74}" dt="2025-11-24T05:36:32.812" v="1308" actId="1076"/>
          <ac:picMkLst>
            <pc:docMk/>
            <pc:sldMk cId="1854572095" sldId="325"/>
            <ac:picMk id="27" creationId="{5A51B5F1-2D41-9760-49A2-37F898A0362D}"/>
          </ac:picMkLst>
        </pc:picChg>
      </pc:sldChg>
      <pc:sldChg chg="addSp delSp modSp add mod">
        <pc:chgData name="Tanvir ." userId="e1216cdb2c3d5fd5" providerId="LiveId" clId="{7AF30D39-8DAC-4380-9F57-1F1E68E50E74}" dt="2025-11-24T10:19:21.180" v="1551" actId="2711"/>
        <pc:sldMkLst>
          <pc:docMk/>
          <pc:sldMk cId="1588920630" sldId="326"/>
        </pc:sldMkLst>
        <pc:spChg chg="add del mod">
          <ac:chgData name="Tanvir ." userId="e1216cdb2c3d5fd5" providerId="LiveId" clId="{7AF30D39-8DAC-4380-9F57-1F1E68E50E74}" dt="2025-11-24T07:33:56.958" v="1509" actId="478"/>
          <ac:spMkLst>
            <pc:docMk/>
            <pc:sldMk cId="1588920630" sldId="326"/>
            <ac:spMk id="4" creationId="{7139DDBD-C668-CD1E-51AA-A32A4466FE8F}"/>
          </ac:spMkLst>
        </pc:spChg>
        <pc:spChg chg="mod">
          <ac:chgData name="Tanvir ." userId="e1216cdb2c3d5fd5" providerId="LiveId" clId="{7AF30D39-8DAC-4380-9F57-1F1E68E50E74}" dt="2025-11-24T10:19:21.180" v="1551" actId="2711"/>
          <ac:spMkLst>
            <pc:docMk/>
            <pc:sldMk cId="1588920630" sldId="326"/>
            <ac:spMk id="9" creationId="{A573BFFA-1784-7490-ADCC-7EB82AEFFB56}"/>
          </ac:spMkLst>
        </pc:spChg>
        <pc:spChg chg="mod">
          <ac:chgData name="Tanvir ." userId="e1216cdb2c3d5fd5" providerId="LiveId" clId="{7AF30D39-8DAC-4380-9F57-1F1E68E50E74}" dt="2025-11-24T10:15:06.830" v="1536" actId="5793"/>
          <ac:spMkLst>
            <pc:docMk/>
            <pc:sldMk cId="1588920630" sldId="326"/>
            <ac:spMk id="10" creationId="{64DC38A2-27F0-DAF0-B74C-A8B4CE1D64D5}"/>
          </ac:spMkLst>
        </pc:spChg>
        <pc:spChg chg="del">
          <ac:chgData name="Tanvir ." userId="e1216cdb2c3d5fd5" providerId="LiveId" clId="{7AF30D39-8DAC-4380-9F57-1F1E68E50E74}" dt="2025-11-24T07:33:53.282" v="1508" actId="478"/>
          <ac:spMkLst>
            <pc:docMk/>
            <pc:sldMk cId="1588920630" sldId="326"/>
            <ac:spMk id="19" creationId="{66FB0BE9-5725-B78E-F63A-EF6E71632CB3}"/>
          </ac:spMkLst>
        </pc:spChg>
      </pc:sldChg>
      <pc:sldChg chg="addSp delSp modSp new mod">
        <pc:chgData name="Tanvir ." userId="e1216cdb2c3d5fd5" providerId="LiveId" clId="{7AF30D39-8DAC-4380-9F57-1F1E68E50E74}" dt="2025-11-24T12:56:21.724" v="1848" actId="1076"/>
        <pc:sldMkLst>
          <pc:docMk/>
          <pc:sldMk cId="3637228979" sldId="327"/>
        </pc:sldMkLst>
        <pc:spChg chg="mod">
          <ac:chgData name="Tanvir ." userId="e1216cdb2c3d5fd5" providerId="LiveId" clId="{7AF30D39-8DAC-4380-9F57-1F1E68E50E74}" dt="2025-11-24T12:52:42.998" v="1677" actId="113"/>
          <ac:spMkLst>
            <pc:docMk/>
            <pc:sldMk cId="3637228979" sldId="327"/>
            <ac:spMk id="2" creationId="{08FC4621-4666-7EAA-A66D-F8ED4F7263A9}"/>
          </ac:spMkLst>
        </pc:spChg>
        <pc:spChg chg="del">
          <ac:chgData name="Tanvir ." userId="e1216cdb2c3d5fd5" providerId="LiveId" clId="{7AF30D39-8DAC-4380-9F57-1F1E68E50E74}" dt="2025-11-24T12:27:45.537" v="1613" actId="478"/>
          <ac:spMkLst>
            <pc:docMk/>
            <pc:sldMk cId="3637228979" sldId="327"/>
            <ac:spMk id="3" creationId="{FAAD9B12-D18D-4862-B42E-44A591F3564D}"/>
          </ac:spMkLst>
        </pc:spChg>
        <pc:spChg chg="del">
          <ac:chgData name="Tanvir ." userId="e1216cdb2c3d5fd5" providerId="LiveId" clId="{7AF30D39-8DAC-4380-9F57-1F1E68E50E74}" dt="2025-11-24T12:27:48.215" v="1614" actId="478"/>
          <ac:spMkLst>
            <pc:docMk/>
            <pc:sldMk cId="3637228979" sldId="327"/>
            <ac:spMk id="4" creationId="{D54A98D3-3045-E322-BBC2-82967BDB6EEA}"/>
          </ac:spMkLst>
        </pc:spChg>
        <pc:spChg chg="add mod">
          <ac:chgData name="Tanvir ." userId="e1216cdb2c3d5fd5" providerId="LiveId" clId="{7AF30D39-8DAC-4380-9F57-1F1E68E50E74}" dt="2025-11-24T12:56:06.029" v="1847" actId="12"/>
          <ac:spMkLst>
            <pc:docMk/>
            <pc:sldMk cId="3637228979" sldId="327"/>
            <ac:spMk id="6" creationId="{B2F4C7BC-5440-463B-3F07-B67C5A1E07C1}"/>
          </ac:spMkLst>
        </pc:spChg>
        <pc:spChg chg="add mod">
          <ac:chgData name="Tanvir ." userId="e1216cdb2c3d5fd5" providerId="LiveId" clId="{7AF30D39-8DAC-4380-9F57-1F1E68E50E74}" dt="2025-11-24T12:51:06.016" v="1666" actId="15"/>
          <ac:spMkLst>
            <pc:docMk/>
            <pc:sldMk cId="3637228979" sldId="327"/>
            <ac:spMk id="7" creationId="{C08ACF65-414F-0445-6C25-2355DDC215BD}"/>
          </ac:spMkLst>
        </pc:spChg>
        <pc:picChg chg="add mod">
          <ac:chgData name="Tanvir ." userId="e1216cdb2c3d5fd5" providerId="LiveId" clId="{7AF30D39-8DAC-4380-9F57-1F1E68E50E74}" dt="2025-11-24T12:56:21.724" v="1848" actId="1076"/>
          <ac:picMkLst>
            <pc:docMk/>
            <pc:sldMk cId="3637228979" sldId="327"/>
            <ac:picMk id="6146" creationId="{39E2A8D8-26EB-B96F-AC35-606843216CA9}"/>
          </ac:picMkLst>
        </pc:picChg>
      </pc:sldChg>
      <pc:sldChg chg="addSp delSp modSp new mod">
        <pc:chgData name="Tanvir ." userId="e1216cdb2c3d5fd5" providerId="LiveId" clId="{7AF30D39-8DAC-4380-9F57-1F1E68E50E74}" dt="2025-11-24T13:05:41.300" v="1872" actId="12"/>
        <pc:sldMkLst>
          <pc:docMk/>
          <pc:sldMk cId="1805581267" sldId="328"/>
        </pc:sldMkLst>
        <pc:spChg chg="add del mod">
          <ac:chgData name="Tanvir ." userId="e1216cdb2c3d5fd5" providerId="LiveId" clId="{7AF30D39-8DAC-4380-9F57-1F1E68E50E74}" dt="2025-11-24T12:58:15.067" v="1863" actId="2711"/>
          <ac:spMkLst>
            <pc:docMk/>
            <pc:sldMk cId="1805581267" sldId="328"/>
            <ac:spMk id="2" creationId="{CE7535FD-1AB5-C466-0170-8FD46991EA7A}"/>
          </ac:spMkLst>
        </pc:spChg>
        <pc:spChg chg="del">
          <ac:chgData name="Tanvir ." userId="e1216cdb2c3d5fd5" providerId="LiveId" clId="{7AF30D39-8DAC-4380-9F57-1F1E68E50E74}" dt="2025-11-24T12:31:45.830" v="1623" actId="478"/>
          <ac:spMkLst>
            <pc:docMk/>
            <pc:sldMk cId="1805581267" sldId="328"/>
            <ac:spMk id="3" creationId="{74386CE8-DA8D-B738-8070-2B32E8246321}"/>
          </ac:spMkLst>
        </pc:spChg>
        <pc:spChg chg="del">
          <ac:chgData name="Tanvir ." userId="e1216cdb2c3d5fd5" providerId="LiveId" clId="{7AF30D39-8DAC-4380-9F57-1F1E68E50E74}" dt="2025-11-24T12:31:48.784" v="1624" actId="478"/>
          <ac:spMkLst>
            <pc:docMk/>
            <pc:sldMk cId="1805581267" sldId="328"/>
            <ac:spMk id="4" creationId="{C8126890-69D8-F50E-2556-B7B449DE5AB4}"/>
          </ac:spMkLst>
        </pc:spChg>
        <pc:spChg chg="add mod">
          <ac:chgData name="Tanvir ." userId="e1216cdb2c3d5fd5" providerId="LiveId" clId="{7AF30D39-8DAC-4380-9F57-1F1E68E50E74}" dt="2025-11-24T13:05:41.300" v="1872" actId="12"/>
          <ac:spMkLst>
            <pc:docMk/>
            <pc:sldMk cId="1805581267" sldId="328"/>
            <ac:spMk id="6" creationId="{8DBA468F-80D3-0A45-1A3A-66E88E73EEAB}"/>
          </ac:spMkLst>
        </pc:spChg>
        <pc:picChg chg="add mod">
          <ac:chgData name="Tanvir ." userId="e1216cdb2c3d5fd5" providerId="LiveId" clId="{7AF30D39-8DAC-4380-9F57-1F1E68E50E74}" dt="2025-11-24T12:38:13.675" v="1652" actId="1076"/>
          <ac:picMkLst>
            <pc:docMk/>
            <pc:sldMk cId="1805581267" sldId="328"/>
            <ac:picMk id="7170" creationId="{8DE02F1A-8132-2126-DACF-06117FF46874}"/>
          </ac:picMkLst>
        </pc:picChg>
      </pc:sldChg>
      <pc:sldChg chg="addSp delSp modSp add mod">
        <pc:chgData name="Tanvir ." userId="e1216cdb2c3d5fd5" providerId="LiveId" clId="{7AF30D39-8DAC-4380-9F57-1F1E68E50E74}" dt="2025-11-24T14:25:59.437" v="2241" actId="1076"/>
        <pc:sldMkLst>
          <pc:docMk/>
          <pc:sldMk cId="2835834477" sldId="329"/>
        </pc:sldMkLst>
        <pc:spChg chg="del">
          <ac:chgData name="Tanvir ." userId="e1216cdb2c3d5fd5" providerId="LiveId" clId="{7AF30D39-8DAC-4380-9F57-1F1E68E50E74}" dt="2025-11-24T14:19:16.230" v="2196" actId="478"/>
          <ac:spMkLst>
            <pc:docMk/>
            <pc:sldMk cId="2835834477" sldId="329"/>
            <ac:spMk id="2" creationId="{D8D5B529-30D8-F657-082F-8BF2071A0787}"/>
          </ac:spMkLst>
        </pc:spChg>
        <pc:spChg chg="add del mod">
          <ac:chgData name="Tanvir ." userId="e1216cdb2c3d5fd5" providerId="LiveId" clId="{7AF30D39-8DAC-4380-9F57-1F1E68E50E74}" dt="2025-11-24T14:25:00.431" v="2227"/>
          <ac:spMkLst>
            <pc:docMk/>
            <pc:sldMk cId="2835834477" sldId="329"/>
            <ac:spMk id="3" creationId="{19498126-A61F-EBB0-A457-2B458B310981}"/>
          </ac:spMkLst>
        </pc:spChg>
        <pc:spChg chg="add mod">
          <ac:chgData name="Tanvir ." userId="e1216cdb2c3d5fd5" providerId="LiveId" clId="{7AF30D39-8DAC-4380-9F57-1F1E68E50E74}" dt="2025-11-24T14:25:59.437" v="2241" actId="1076"/>
          <ac:spMkLst>
            <pc:docMk/>
            <pc:sldMk cId="2835834477" sldId="329"/>
            <ac:spMk id="4" creationId="{9BA8317D-06E3-7989-8CCB-9F89DA00E67C}"/>
          </ac:spMkLst>
        </pc:spChg>
        <pc:spChg chg="mod">
          <ac:chgData name="Tanvir ." userId="e1216cdb2c3d5fd5" providerId="LiveId" clId="{7AF30D39-8DAC-4380-9F57-1F1E68E50E74}" dt="2025-11-24T14:24:31.700" v="2221" actId="20577"/>
          <ac:spMkLst>
            <pc:docMk/>
            <pc:sldMk cId="2835834477" sldId="329"/>
            <ac:spMk id="11" creationId="{F5D42394-797F-0F8C-FDB2-DB73BEE55F6E}"/>
          </ac:spMkLst>
        </pc:spChg>
        <pc:picChg chg="del">
          <ac:chgData name="Tanvir ." userId="e1216cdb2c3d5fd5" providerId="LiveId" clId="{7AF30D39-8DAC-4380-9F57-1F1E68E50E74}" dt="2025-11-24T14:18:52.515" v="2194" actId="478"/>
          <ac:picMkLst>
            <pc:docMk/>
            <pc:sldMk cId="2835834477" sldId="329"/>
            <ac:picMk id="4098" creationId="{3EEF4CF8-A2DC-B504-1ABA-F178A0D31722}"/>
          </ac:picMkLst>
        </pc:picChg>
        <pc:picChg chg="add mod">
          <ac:chgData name="Tanvir ." userId="e1216cdb2c3d5fd5" providerId="LiveId" clId="{7AF30D39-8DAC-4380-9F57-1F1E68E50E74}" dt="2025-11-24T14:23:29.399" v="2200" actId="14100"/>
          <ac:picMkLst>
            <pc:docMk/>
            <pc:sldMk cId="2835834477" sldId="329"/>
            <ac:picMk id="10242" creationId="{39A501AE-C746-8FDE-EE66-4FD924ED7ABE}"/>
          </ac:picMkLst>
        </pc:picChg>
      </pc:sldChg>
      <pc:sldChg chg="new del">
        <pc:chgData name="Tanvir ." userId="e1216cdb2c3d5fd5" providerId="LiveId" clId="{7AF30D39-8DAC-4380-9F57-1F1E68E50E74}" dt="2025-11-24T14:18:38.811" v="2192" actId="47"/>
        <pc:sldMkLst>
          <pc:docMk/>
          <pc:sldMk cId="4007515454" sldId="330"/>
        </pc:sldMkLst>
      </pc:sldChg>
      <pc:sldChg chg="addSp delSp modSp new mod">
        <pc:chgData name="Tanvir ." userId="e1216cdb2c3d5fd5" providerId="LiveId" clId="{7AF30D39-8DAC-4380-9F57-1F1E68E50E74}" dt="2025-11-24T14:06:24.768" v="2094" actId="1076"/>
        <pc:sldMkLst>
          <pc:docMk/>
          <pc:sldMk cId="2717020613" sldId="331"/>
        </pc:sldMkLst>
        <pc:spChg chg="mod">
          <ac:chgData name="Tanvir ." userId="e1216cdb2c3d5fd5" providerId="LiveId" clId="{7AF30D39-8DAC-4380-9F57-1F1E68E50E74}" dt="2025-11-24T14:02:18.741" v="2077" actId="20577"/>
          <ac:spMkLst>
            <pc:docMk/>
            <pc:sldMk cId="2717020613" sldId="331"/>
            <ac:spMk id="2" creationId="{9461C509-7429-659C-FF6E-765A2FB4822F}"/>
          </ac:spMkLst>
        </pc:spChg>
        <pc:spChg chg="del">
          <ac:chgData name="Tanvir ." userId="e1216cdb2c3d5fd5" providerId="LiveId" clId="{7AF30D39-8DAC-4380-9F57-1F1E68E50E74}" dt="2025-11-24T14:00:32.438" v="2016" actId="478"/>
          <ac:spMkLst>
            <pc:docMk/>
            <pc:sldMk cId="2717020613" sldId="331"/>
            <ac:spMk id="3" creationId="{5DB139CA-7855-0BEA-E3E1-F81B72776ACF}"/>
          </ac:spMkLst>
        </pc:spChg>
        <pc:spChg chg="del">
          <ac:chgData name="Tanvir ." userId="e1216cdb2c3d5fd5" providerId="LiveId" clId="{7AF30D39-8DAC-4380-9F57-1F1E68E50E74}" dt="2025-11-24T14:00:34.817" v="2017" actId="478"/>
          <ac:spMkLst>
            <pc:docMk/>
            <pc:sldMk cId="2717020613" sldId="331"/>
            <ac:spMk id="4" creationId="{F18812AB-30B0-9B7C-C67E-2799D01A485A}"/>
          </ac:spMkLst>
        </pc:spChg>
        <pc:spChg chg="add del mod">
          <ac:chgData name="Tanvir ." userId="e1216cdb2c3d5fd5" providerId="LiveId" clId="{7AF30D39-8DAC-4380-9F57-1F1E68E50E74}" dt="2025-11-24T14:05:28.358" v="2082" actId="478"/>
          <ac:spMkLst>
            <pc:docMk/>
            <pc:sldMk cId="2717020613" sldId="331"/>
            <ac:spMk id="7" creationId="{72278FBE-E40E-A34B-DB2F-0E203E5317B3}"/>
          </ac:spMkLst>
        </pc:spChg>
        <pc:spChg chg="add mod">
          <ac:chgData name="Tanvir ." userId="e1216cdb2c3d5fd5" providerId="LiveId" clId="{7AF30D39-8DAC-4380-9F57-1F1E68E50E74}" dt="2025-11-24T14:05:45.556" v="2086" actId="1076"/>
          <ac:spMkLst>
            <pc:docMk/>
            <pc:sldMk cId="2717020613" sldId="331"/>
            <ac:spMk id="9" creationId="{3D7C0301-F0A9-D5ED-762B-77D23E600D48}"/>
          </ac:spMkLst>
        </pc:spChg>
        <pc:spChg chg="add mod">
          <ac:chgData name="Tanvir ." userId="e1216cdb2c3d5fd5" providerId="LiveId" clId="{7AF30D39-8DAC-4380-9F57-1F1E68E50E74}" dt="2025-11-24T14:06:24.768" v="2094" actId="1076"/>
          <ac:spMkLst>
            <pc:docMk/>
            <pc:sldMk cId="2717020613" sldId="331"/>
            <ac:spMk id="11" creationId="{0D7F49E2-FB1A-552F-6929-7947FBEF84EB}"/>
          </ac:spMkLst>
        </pc:spChg>
        <pc:picChg chg="add mod">
          <ac:chgData name="Tanvir ." userId="e1216cdb2c3d5fd5" providerId="LiveId" clId="{7AF30D39-8DAC-4380-9F57-1F1E68E50E74}" dt="2025-11-24T14:05:32.231" v="2083" actId="1076"/>
          <ac:picMkLst>
            <pc:docMk/>
            <pc:sldMk cId="2717020613" sldId="331"/>
            <ac:picMk id="8194" creationId="{08D21625-831E-D291-6021-8F0EC83F659B}"/>
          </ac:picMkLst>
        </pc:picChg>
        <pc:picChg chg="add mod">
          <ac:chgData name="Tanvir ." userId="e1216cdb2c3d5fd5" providerId="LiveId" clId="{7AF30D39-8DAC-4380-9F57-1F1E68E50E74}" dt="2025-11-24T14:06:07.362" v="2090" actId="1076"/>
          <ac:picMkLst>
            <pc:docMk/>
            <pc:sldMk cId="2717020613" sldId="331"/>
            <ac:picMk id="8196" creationId="{BE48867B-9D5B-93FD-AFAA-6041FCA89EDA}"/>
          </ac:picMkLst>
        </pc:picChg>
      </pc:sldChg>
      <pc:sldChg chg="addSp delSp modSp add mod">
        <pc:chgData name="Tanvir ." userId="e1216cdb2c3d5fd5" providerId="LiveId" clId="{7AF30D39-8DAC-4380-9F57-1F1E68E50E74}" dt="2025-11-24T18:56:30.477" v="2948" actId="14100"/>
        <pc:sldMkLst>
          <pc:docMk/>
          <pc:sldMk cId="3679501854" sldId="332"/>
        </pc:sldMkLst>
        <pc:spChg chg="add del mod">
          <ac:chgData name="Tanvir ." userId="e1216cdb2c3d5fd5" providerId="LiveId" clId="{7AF30D39-8DAC-4380-9F57-1F1E68E50E74}" dt="2025-11-24T18:34:01.678" v="2848" actId="1076"/>
          <ac:spMkLst>
            <pc:docMk/>
            <pc:sldMk cId="3679501854" sldId="332"/>
            <ac:spMk id="2" creationId="{4B79456A-496A-9B43-7B1E-3AE96D1D6903}"/>
          </ac:spMkLst>
        </pc:spChg>
        <pc:spChg chg="mod">
          <ac:chgData name="Tanvir ." userId="e1216cdb2c3d5fd5" providerId="LiveId" clId="{7AF30D39-8DAC-4380-9F57-1F1E68E50E74}" dt="2025-11-24T18:56:30.477" v="2948" actId="14100"/>
          <ac:spMkLst>
            <pc:docMk/>
            <pc:sldMk cId="3679501854" sldId="332"/>
            <ac:spMk id="5" creationId="{41069614-86FD-7F3D-6A70-00240B6684A2}"/>
          </ac:spMkLst>
        </pc:spChg>
        <pc:spChg chg="add del mod">
          <ac:chgData name="Tanvir ." userId="e1216cdb2c3d5fd5" providerId="LiveId" clId="{7AF30D39-8DAC-4380-9F57-1F1E68E50E74}" dt="2025-11-24T18:32:40.774" v="2838" actId="478"/>
          <ac:spMkLst>
            <pc:docMk/>
            <pc:sldMk cId="3679501854" sldId="332"/>
            <ac:spMk id="11" creationId="{17415EF7-02AB-80E7-73D2-EAA33A9CE284}"/>
          </ac:spMkLst>
        </pc:spChg>
        <pc:picChg chg="del">
          <ac:chgData name="Tanvir ." userId="e1216cdb2c3d5fd5" providerId="LiveId" clId="{7AF30D39-8DAC-4380-9F57-1F1E68E50E74}" dt="2025-11-24T18:23:35.535" v="2821" actId="478"/>
          <ac:picMkLst>
            <pc:docMk/>
            <pc:sldMk cId="3679501854" sldId="332"/>
            <ac:picMk id="5122" creationId="{F9FD1034-1BDF-4910-9A14-238D7EDF7254}"/>
          </ac:picMkLst>
        </pc:picChg>
        <pc:picChg chg="add mod">
          <ac:chgData name="Tanvir ." userId="e1216cdb2c3d5fd5" providerId="LiveId" clId="{7AF30D39-8DAC-4380-9F57-1F1E68E50E74}" dt="2025-11-24T18:23:48.438" v="2824" actId="14100"/>
          <ac:picMkLst>
            <pc:docMk/>
            <pc:sldMk cId="3679501854" sldId="332"/>
            <ac:picMk id="17410" creationId="{AD5D8A62-1BCC-F9E8-9073-9BA346E7D9AF}"/>
          </ac:picMkLst>
        </pc:picChg>
      </pc:sldChg>
      <pc:sldChg chg="addSp delSp modSp add mod ord">
        <pc:chgData name="Tanvir ." userId="e1216cdb2c3d5fd5" providerId="LiveId" clId="{7AF30D39-8DAC-4380-9F57-1F1E68E50E74}" dt="2025-11-24T18:04:08.683" v="2570"/>
        <pc:sldMkLst>
          <pc:docMk/>
          <pc:sldMk cId="2252206768" sldId="333"/>
        </pc:sldMkLst>
        <pc:spChg chg="del mod">
          <ac:chgData name="Tanvir ." userId="e1216cdb2c3d5fd5" providerId="LiveId" clId="{7AF30D39-8DAC-4380-9F57-1F1E68E50E74}" dt="2025-11-24T15:18:19.970" v="2446"/>
          <ac:spMkLst>
            <pc:docMk/>
            <pc:sldMk cId="2252206768" sldId="333"/>
            <ac:spMk id="2" creationId="{F92CDAB5-E5AC-A61D-5BAA-6BF583EA6009}"/>
          </ac:spMkLst>
        </pc:spChg>
        <pc:spChg chg="add mod">
          <ac:chgData name="Tanvir ." userId="e1216cdb2c3d5fd5" providerId="LiveId" clId="{7AF30D39-8DAC-4380-9F57-1F1E68E50E74}" dt="2025-11-24T15:21:25.725" v="2481" actId="14100"/>
          <ac:spMkLst>
            <pc:docMk/>
            <pc:sldMk cId="2252206768" sldId="333"/>
            <ac:spMk id="3" creationId="{D0956F96-8E9F-11DA-5E0F-4FC7482A8AD2}"/>
          </ac:spMkLst>
        </pc:spChg>
        <pc:spChg chg="add mod">
          <ac:chgData name="Tanvir ." userId="e1216cdb2c3d5fd5" providerId="LiveId" clId="{7AF30D39-8DAC-4380-9F57-1F1E68E50E74}" dt="2025-11-24T15:22:24.089" v="2491" actId="12"/>
          <ac:spMkLst>
            <pc:docMk/>
            <pc:sldMk cId="2252206768" sldId="333"/>
            <ac:spMk id="4" creationId="{1E611D2E-3290-F505-9E97-E74A229F3010}"/>
          </ac:spMkLst>
        </pc:spChg>
        <pc:spChg chg="mod">
          <ac:chgData name="Tanvir ." userId="e1216cdb2c3d5fd5" providerId="LiveId" clId="{7AF30D39-8DAC-4380-9F57-1F1E68E50E74}" dt="2025-11-24T15:20:42.792" v="2456" actId="1076"/>
          <ac:spMkLst>
            <pc:docMk/>
            <pc:sldMk cId="2252206768" sldId="333"/>
            <ac:spMk id="11" creationId="{F40DA067-CD3D-503A-07D9-926B9AC00ABF}"/>
          </ac:spMkLst>
        </pc:spChg>
        <pc:picChg chg="del">
          <ac:chgData name="Tanvir ." userId="e1216cdb2c3d5fd5" providerId="LiveId" clId="{7AF30D39-8DAC-4380-9F57-1F1E68E50E74}" dt="2025-11-24T15:18:19.970" v="2444" actId="478"/>
          <ac:picMkLst>
            <pc:docMk/>
            <pc:sldMk cId="2252206768" sldId="333"/>
            <ac:picMk id="4098" creationId="{9B4E2672-5328-318A-ABED-3016EE1CE40F}"/>
          </ac:picMkLst>
        </pc:picChg>
        <pc:picChg chg="add mod">
          <ac:chgData name="Tanvir ." userId="e1216cdb2c3d5fd5" providerId="LiveId" clId="{7AF30D39-8DAC-4380-9F57-1F1E68E50E74}" dt="2025-11-24T15:19:45.828" v="2449" actId="1076"/>
          <ac:picMkLst>
            <pc:docMk/>
            <pc:sldMk cId="2252206768" sldId="333"/>
            <ac:picMk id="14338" creationId="{B212BC5E-DED8-628B-6479-E56B9DA00095}"/>
          </ac:picMkLst>
        </pc:picChg>
      </pc:sldChg>
      <pc:sldChg chg="addSp delSp modSp new del mod ord">
        <pc:chgData name="Tanvir ." userId="e1216cdb2c3d5fd5" providerId="LiveId" clId="{7AF30D39-8DAC-4380-9F57-1F1E68E50E74}" dt="2025-11-24T15:16:57.771" v="2441" actId="47"/>
        <pc:sldMkLst>
          <pc:docMk/>
          <pc:sldMk cId="4011005644" sldId="334"/>
        </pc:sldMkLst>
        <pc:spChg chg="mod">
          <ac:chgData name="Tanvir ." userId="e1216cdb2c3d5fd5" providerId="LiveId" clId="{7AF30D39-8DAC-4380-9F57-1F1E68E50E74}" dt="2025-11-24T14:27:59.982" v="2247"/>
          <ac:spMkLst>
            <pc:docMk/>
            <pc:sldMk cId="4011005644" sldId="334"/>
            <ac:spMk id="2" creationId="{4A165969-FD31-986C-59BB-10076BD3E10A}"/>
          </ac:spMkLst>
        </pc:spChg>
        <pc:spChg chg="del">
          <ac:chgData name="Tanvir ." userId="e1216cdb2c3d5fd5" providerId="LiveId" clId="{7AF30D39-8DAC-4380-9F57-1F1E68E50E74}" dt="2025-11-24T14:27:38.527" v="2243" actId="478"/>
          <ac:spMkLst>
            <pc:docMk/>
            <pc:sldMk cId="4011005644" sldId="334"/>
            <ac:spMk id="3" creationId="{D4575A13-CDBA-27D8-B50B-33991C58362A}"/>
          </ac:spMkLst>
        </pc:spChg>
        <pc:spChg chg="del">
          <ac:chgData name="Tanvir ." userId="e1216cdb2c3d5fd5" providerId="LiveId" clId="{7AF30D39-8DAC-4380-9F57-1F1E68E50E74}" dt="2025-11-24T14:27:44.527" v="2244" actId="478"/>
          <ac:spMkLst>
            <pc:docMk/>
            <pc:sldMk cId="4011005644" sldId="334"/>
            <ac:spMk id="4" creationId="{139E1AF5-4415-302C-190C-739963A202FD}"/>
          </ac:spMkLst>
        </pc:spChg>
        <pc:spChg chg="add mod">
          <ac:chgData name="Tanvir ." userId="e1216cdb2c3d5fd5" providerId="LiveId" clId="{7AF30D39-8DAC-4380-9F57-1F1E68E50E74}" dt="2025-11-24T14:29:49.507" v="2260" actId="12"/>
          <ac:spMkLst>
            <pc:docMk/>
            <pc:sldMk cId="4011005644" sldId="334"/>
            <ac:spMk id="7" creationId="{3DA5F425-C866-F445-CEC7-06773342682F}"/>
          </ac:spMkLst>
        </pc:spChg>
        <pc:picChg chg="add mod">
          <ac:chgData name="Tanvir ." userId="e1216cdb2c3d5fd5" providerId="LiveId" clId="{7AF30D39-8DAC-4380-9F57-1F1E68E50E74}" dt="2025-11-24T14:29:01.986" v="2249" actId="1076"/>
          <ac:picMkLst>
            <pc:docMk/>
            <pc:sldMk cId="4011005644" sldId="334"/>
            <ac:picMk id="11266" creationId="{B1658A3C-E82D-E333-C28A-E8591C24F5D4}"/>
          </ac:picMkLst>
        </pc:picChg>
      </pc:sldChg>
      <pc:sldChg chg="addSp delSp modSp new mod">
        <pc:chgData name="Tanvir ." userId="e1216cdb2c3d5fd5" providerId="LiveId" clId="{7AF30D39-8DAC-4380-9F57-1F1E68E50E74}" dt="2025-11-24T15:01:46.049" v="2376" actId="14100"/>
        <pc:sldMkLst>
          <pc:docMk/>
          <pc:sldMk cId="2155139262" sldId="335"/>
        </pc:sldMkLst>
        <pc:spChg chg="mod">
          <ac:chgData name="Tanvir ." userId="e1216cdb2c3d5fd5" providerId="LiveId" clId="{7AF30D39-8DAC-4380-9F57-1F1E68E50E74}" dt="2025-11-24T14:56:05.998" v="2365" actId="14100"/>
          <ac:spMkLst>
            <pc:docMk/>
            <pc:sldMk cId="2155139262" sldId="335"/>
            <ac:spMk id="2" creationId="{BF7CD54F-CDEE-BEA0-A076-BD2EA474BD8E}"/>
          </ac:spMkLst>
        </pc:spChg>
        <pc:spChg chg="del">
          <ac:chgData name="Tanvir ." userId="e1216cdb2c3d5fd5" providerId="LiveId" clId="{7AF30D39-8DAC-4380-9F57-1F1E68E50E74}" dt="2025-11-24T14:43:04.513" v="2266" actId="478"/>
          <ac:spMkLst>
            <pc:docMk/>
            <pc:sldMk cId="2155139262" sldId="335"/>
            <ac:spMk id="3" creationId="{1200FD78-6C59-02BD-C304-DBD9347D1BED}"/>
          </ac:spMkLst>
        </pc:spChg>
        <pc:spChg chg="del">
          <ac:chgData name="Tanvir ." userId="e1216cdb2c3d5fd5" providerId="LiveId" clId="{7AF30D39-8DAC-4380-9F57-1F1E68E50E74}" dt="2025-11-24T14:43:06.490" v="2267" actId="478"/>
          <ac:spMkLst>
            <pc:docMk/>
            <pc:sldMk cId="2155139262" sldId="335"/>
            <ac:spMk id="4" creationId="{34A640AC-4007-BC3F-0185-2D1EAE29D3C5}"/>
          </ac:spMkLst>
        </pc:spChg>
        <pc:spChg chg="add del mod">
          <ac:chgData name="Tanvir ." userId="e1216cdb2c3d5fd5" providerId="LiveId" clId="{7AF30D39-8DAC-4380-9F57-1F1E68E50E74}" dt="2025-11-24T14:53:02.163" v="2301" actId="478"/>
          <ac:spMkLst>
            <pc:docMk/>
            <pc:sldMk cId="2155139262" sldId="335"/>
            <ac:spMk id="6" creationId="{B39C07CB-C262-F030-4AA6-86CB8BBDE710}"/>
          </ac:spMkLst>
        </pc:spChg>
        <pc:spChg chg="add mod">
          <ac:chgData name="Tanvir ." userId="e1216cdb2c3d5fd5" providerId="LiveId" clId="{7AF30D39-8DAC-4380-9F57-1F1E68E50E74}" dt="2025-11-24T15:01:46.049" v="2376" actId="14100"/>
          <ac:spMkLst>
            <pc:docMk/>
            <pc:sldMk cId="2155139262" sldId="335"/>
            <ac:spMk id="7" creationId="{D77FCA9F-E031-816A-3D9B-36A3EE24AF16}"/>
          </ac:spMkLst>
        </pc:spChg>
        <pc:picChg chg="add del mod">
          <ac:chgData name="Tanvir ." userId="e1216cdb2c3d5fd5" providerId="LiveId" clId="{7AF30D39-8DAC-4380-9F57-1F1E68E50E74}" dt="2025-11-24T14:59:21.740" v="2370" actId="478"/>
          <ac:picMkLst>
            <pc:docMk/>
            <pc:sldMk cId="2155139262" sldId="335"/>
            <ac:picMk id="12290" creationId="{10E77419-7DA2-6A74-80AB-CE2F70A1A362}"/>
          </ac:picMkLst>
        </pc:picChg>
        <pc:picChg chg="add mod">
          <ac:chgData name="Tanvir ." userId="e1216cdb2c3d5fd5" providerId="LiveId" clId="{7AF30D39-8DAC-4380-9F57-1F1E68E50E74}" dt="2025-11-24T14:59:36.789" v="2374" actId="14100"/>
          <ac:picMkLst>
            <pc:docMk/>
            <pc:sldMk cId="2155139262" sldId="335"/>
            <ac:picMk id="13314" creationId="{5793D42C-3008-C8BD-BB76-48F748FE5867}"/>
          </ac:picMkLst>
        </pc:picChg>
      </pc:sldChg>
      <pc:sldChg chg="addSp delSp modSp new mod">
        <pc:chgData name="Tanvir ." userId="e1216cdb2c3d5fd5" providerId="LiveId" clId="{7AF30D39-8DAC-4380-9F57-1F1E68E50E74}" dt="2025-11-24T15:13:51.733" v="2432" actId="1076"/>
        <pc:sldMkLst>
          <pc:docMk/>
          <pc:sldMk cId="3437911568" sldId="336"/>
        </pc:sldMkLst>
        <pc:spChg chg="del mod">
          <ac:chgData name="Tanvir ." userId="e1216cdb2c3d5fd5" providerId="LiveId" clId="{7AF30D39-8DAC-4380-9F57-1F1E68E50E74}" dt="2025-11-24T14:59:18.775" v="2369" actId="21"/>
          <ac:spMkLst>
            <pc:docMk/>
            <pc:sldMk cId="3437911568" sldId="336"/>
            <ac:spMk id="2" creationId="{0B81B33B-C9AB-F71E-FCFE-468BA3715854}"/>
          </ac:spMkLst>
        </pc:spChg>
        <pc:spChg chg="del">
          <ac:chgData name="Tanvir ." userId="e1216cdb2c3d5fd5" providerId="LiveId" clId="{7AF30D39-8DAC-4380-9F57-1F1E68E50E74}" dt="2025-11-24T14:55:35.983" v="2341" actId="478"/>
          <ac:spMkLst>
            <pc:docMk/>
            <pc:sldMk cId="3437911568" sldId="336"/>
            <ac:spMk id="3" creationId="{B11D2DDE-A0BE-48BA-4B3C-946088104BE0}"/>
          </ac:spMkLst>
        </pc:spChg>
        <pc:spChg chg="del">
          <ac:chgData name="Tanvir ." userId="e1216cdb2c3d5fd5" providerId="LiveId" clId="{7AF30D39-8DAC-4380-9F57-1F1E68E50E74}" dt="2025-11-24T14:55:29.813" v="2340" actId="478"/>
          <ac:spMkLst>
            <pc:docMk/>
            <pc:sldMk cId="3437911568" sldId="336"/>
            <ac:spMk id="4" creationId="{7E1416FF-6391-9044-EEAA-8628F1F26A64}"/>
          </ac:spMkLst>
        </pc:spChg>
        <pc:spChg chg="add mod">
          <ac:chgData name="Tanvir ." userId="e1216cdb2c3d5fd5" providerId="LiveId" clId="{7AF30D39-8DAC-4380-9F57-1F1E68E50E74}" dt="2025-11-24T15:06:31.540" v="2399" actId="14100"/>
          <ac:spMkLst>
            <pc:docMk/>
            <pc:sldMk cId="3437911568" sldId="336"/>
            <ac:spMk id="6" creationId="{367F0512-74B6-60AC-B915-160839CB32A3}"/>
          </ac:spMkLst>
        </pc:spChg>
        <pc:spChg chg="add mod">
          <ac:chgData name="Tanvir ." userId="e1216cdb2c3d5fd5" providerId="LiveId" clId="{7AF30D39-8DAC-4380-9F57-1F1E68E50E74}" dt="2025-11-24T15:13:44.815" v="2429"/>
          <ac:spMkLst>
            <pc:docMk/>
            <pc:sldMk cId="3437911568" sldId="336"/>
            <ac:spMk id="7" creationId="{EDAA65A6-A22A-C16D-2286-30142A16E4A9}"/>
          </ac:spMkLst>
        </pc:spChg>
        <pc:picChg chg="mod">
          <ac:chgData name="Tanvir ." userId="e1216cdb2c3d5fd5" providerId="LiveId" clId="{7AF30D39-8DAC-4380-9F57-1F1E68E50E74}" dt="2025-11-24T15:13:51.733" v="2432" actId="1076"/>
          <ac:picMkLst>
            <pc:docMk/>
            <pc:sldMk cId="3437911568" sldId="336"/>
            <ac:picMk id="8" creationId="{329C41C3-3B0B-7E2B-F841-9DC6D5BC6AE4}"/>
          </ac:picMkLst>
        </pc:picChg>
        <pc:picChg chg="add del mod">
          <ac:chgData name="Tanvir ." userId="e1216cdb2c3d5fd5" providerId="LiveId" clId="{7AF30D39-8DAC-4380-9F57-1F1E68E50E74}" dt="2025-11-24T14:59:18.775" v="2369" actId="21"/>
          <ac:picMkLst>
            <pc:docMk/>
            <pc:sldMk cId="3437911568" sldId="336"/>
            <ac:picMk id="13314" creationId="{5793D42C-3008-C8BD-BB76-48F748FE5867}"/>
          </ac:picMkLst>
        </pc:picChg>
        <pc:picChg chg="add del mod">
          <ac:chgData name="Tanvir ." userId="e1216cdb2c3d5fd5" providerId="LiveId" clId="{7AF30D39-8DAC-4380-9F57-1F1E68E50E74}" dt="2025-11-24T15:12:29.725" v="2428" actId="478"/>
          <ac:picMkLst>
            <pc:docMk/>
            <pc:sldMk cId="3437911568" sldId="336"/>
            <ac:picMk id="13316" creationId="{D035BE74-0663-89CF-F14F-933B5CABBF2C}"/>
          </ac:picMkLst>
        </pc:picChg>
      </pc:sldChg>
      <pc:sldChg chg="addSp delSp modSp add mod ord">
        <pc:chgData name="Tanvir ." userId="e1216cdb2c3d5fd5" providerId="LiveId" clId="{7AF30D39-8DAC-4380-9F57-1F1E68E50E74}" dt="2025-11-24T18:08:44.860" v="2675" actId="2711"/>
        <pc:sldMkLst>
          <pc:docMk/>
          <pc:sldMk cId="686553860" sldId="337"/>
        </pc:sldMkLst>
        <pc:spChg chg="add mod">
          <ac:chgData name="Tanvir ." userId="e1216cdb2c3d5fd5" providerId="LiveId" clId="{7AF30D39-8DAC-4380-9F57-1F1E68E50E74}" dt="2025-11-24T18:06:44.451" v="2637" actId="2711"/>
          <ac:spMkLst>
            <pc:docMk/>
            <pc:sldMk cId="686553860" sldId="337"/>
            <ac:spMk id="2" creationId="{08828CA4-1B35-0A84-097F-00589B8D3C0C}"/>
          </ac:spMkLst>
        </pc:spChg>
        <pc:spChg chg="add mod">
          <ac:chgData name="Tanvir ." userId="e1216cdb2c3d5fd5" providerId="LiveId" clId="{7AF30D39-8DAC-4380-9F57-1F1E68E50E74}" dt="2025-11-24T18:08:44.860" v="2675" actId="2711"/>
          <ac:spMkLst>
            <pc:docMk/>
            <pc:sldMk cId="686553860" sldId="337"/>
            <ac:spMk id="4" creationId="{3E2E9DFF-0D29-3975-B651-14B3F850E393}"/>
          </ac:spMkLst>
        </pc:spChg>
        <pc:spChg chg="add mod">
          <ac:chgData name="Tanvir ." userId="e1216cdb2c3d5fd5" providerId="LiveId" clId="{7AF30D39-8DAC-4380-9F57-1F1E68E50E74}" dt="2025-11-24T18:08:10.744" v="2673" actId="1076"/>
          <ac:spMkLst>
            <pc:docMk/>
            <pc:sldMk cId="686553860" sldId="337"/>
            <ac:spMk id="5" creationId="{8955B606-C16C-09A7-E814-435F7C803F1F}"/>
          </ac:spMkLst>
        </pc:spChg>
        <pc:spChg chg="mod">
          <ac:chgData name="Tanvir ." userId="e1216cdb2c3d5fd5" providerId="LiveId" clId="{7AF30D39-8DAC-4380-9F57-1F1E68E50E74}" dt="2025-11-24T18:06:51.449" v="2638" actId="115"/>
          <ac:spMkLst>
            <pc:docMk/>
            <pc:sldMk cId="686553860" sldId="337"/>
            <ac:spMk id="9" creationId="{33744473-F870-93B0-3CA9-C53D2F0BDD61}"/>
          </ac:spMkLst>
        </pc:spChg>
        <pc:spChg chg="del mod">
          <ac:chgData name="Tanvir ." userId="e1216cdb2c3d5fd5" providerId="LiveId" clId="{7AF30D39-8DAC-4380-9F57-1F1E68E50E74}" dt="2025-11-24T15:43:37.860" v="2552" actId="478"/>
          <ac:spMkLst>
            <pc:docMk/>
            <pc:sldMk cId="686553860" sldId="337"/>
            <ac:spMk id="10" creationId="{6AE58A15-5571-3FF7-341E-98BF4DD4F73B}"/>
          </ac:spMkLst>
        </pc:spChg>
        <pc:picChg chg="del mod">
          <ac:chgData name="Tanvir ." userId="e1216cdb2c3d5fd5" providerId="LiveId" clId="{7AF30D39-8DAC-4380-9F57-1F1E68E50E74}" dt="2025-11-24T15:29:32.948" v="2527" actId="478"/>
          <ac:picMkLst>
            <pc:docMk/>
            <pc:sldMk cId="686553860" sldId="337"/>
            <ac:picMk id="1030" creationId="{CE152C4C-ABB3-5266-038F-1930A985E2AF}"/>
          </ac:picMkLst>
        </pc:picChg>
      </pc:sldChg>
      <pc:sldChg chg="new del">
        <pc:chgData name="Tanvir ." userId="e1216cdb2c3d5fd5" providerId="LiveId" clId="{7AF30D39-8DAC-4380-9F57-1F1E68E50E74}" dt="2025-11-24T15:26:33.709" v="2493" actId="47"/>
        <pc:sldMkLst>
          <pc:docMk/>
          <pc:sldMk cId="3378061014" sldId="337"/>
        </pc:sldMkLst>
      </pc:sldChg>
      <pc:sldChg chg="addSp modSp add mod ord">
        <pc:chgData name="Tanvir ." userId="e1216cdb2c3d5fd5" providerId="LiveId" clId="{7AF30D39-8DAC-4380-9F57-1F1E68E50E74}" dt="2025-11-24T19:28:05.426" v="3130" actId="20577"/>
        <pc:sldMkLst>
          <pc:docMk/>
          <pc:sldMk cId="1211970241" sldId="338"/>
        </pc:sldMkLst>
        <pc:spChg chg="add mod">
          <ac:chgData name="Tanvir ." userId="e1216cdb2c3d5fd5" providerId="LiveId" clId="{7AF30D39-8DAC-4380-9F57-1F1E68E50E74}" dt="2025-11-24T19:28:05.426" v="3130" actId="20577"/>
          <ac:spMkLst>
            <pc:docMk/>
            <pc:sldMk cId="1211970241" sldId="338"/>
            <ac:spMk id="2" creationId="{E457CCEB-DF92-AFAF-DF80-228D9FD159DA}"/>
          </ac:spMkLst>
        </pc:spChg>
        <pc:spChg chg="mod">
          <ac:chgData name="Tanvir ." userId="e1216cdb2c3d5fd5" providerId="LiveId" clId="{7AF30D39-8DAC-4380-9F57-1F1E68E50E74}" dt="2025-11-24T18:01:37.978" v="2556" actId="20577"/>
          <ac:spMkLst>
            <pc:docMk/>
            <pc:sldMk cId="1211970241" sldId="338"/>
            <ac:spMk id="3" creationId="{06D62ABD-E07C-BBF6-0DFB-4AD07926A15E}"/>
          </ac:spMkLst>
        </pc:spChg>
        <pc:spChg chg="mod">
          <ac:chgData name="Tanvir ." userId="e1216cdb2c3d5fd5" providerId="LiveId" clId="{7AF30D39-8DAC-4380-9F57-1F1E68E50E74}" dt="2025-11-24T18:20:44.804" v="2818" actId="207"/>
          <ac:spMkLst>
            <pc:docMk/>
            <pc:sldMk cId="1211970241" sldId="338"/>
            <ac:spMk id="11" creationId="{F3EAC79E-2C0B-1773-55D4-0E6C1780AA40}"/>
          </ac:spMkLst>
        </pc:spChg>
      </pc:sldChg>
      <pc:sldChg chg="new del">
        <pc:chgData name="Tanvir ." userId="e1216cdb2c3d5fd5" providerId="LiveId" clId="{7AF30D39-8DAC-4380-9F57-1F1E68E50E74}" dt="2025-11-24T15:26:35.746" v="2494" actId="47"/>
        <pc:sldMkLst>
          <pc:docMk/>
          <pc:sldMk cId="3399270806" sldId="338"/>
        </pc:sldMkLst>
      </pc:sldChg>
      <pc:sldChg chg="add">
        <pc:chgData name="Tanvir ." userId="e1216cdb2c3d5fd5" providerId="LiveId" clId="{7AF30D39-8DAC-4380-9F57-1F1E68E50E74}" dt="2025-11-24T18:10:19.884" v="2705" actId="2890"/>
        <pc:sldMkLst>
          <pc:docMk/>
          <pc:sldMk cId="1014281045" sldId="339"/>
        </pc:sldMkLst>
      </pc:sldChg>
      <pc:sldChg chg="new del">
        <pc:chgData name="Tanvir ." userId="e1216cdb2c3d5fd5" providerId="LiveId" clId="{7AF30D39-8DAC-4380-9F57-1F1E68E50E74}" dt="2025-11-24T15:26:36.818" v="2495" actId="47"/>
        <pc:sldMkLst>
          <pc:docMk/>
          <pc:sldMk cId="1950767799" sldId="339"/>
        </pc:sldMkLst>
      </pc:sldChg>
      <pc:sldChg chg="modSp add del mod ord">
        <pc:chgData name="Tanvir ." userId="e1216cdb2c3d5fd5" providerId="LiveId" clId="{7AF30D39-8DAC-4380-9F57-1F1E68E50E74}" dt="2025-11-24T15:26:30.784" v="2492" actId="47"/>
        <pc:sldMkLst>
          <pc:docMk/>
          <pc:sldMk cId="976254913" sldId="340"/>
        </pc:sldMkLst>
        <pc:spChg chg="mod">
          <ac:chgData name="Tanvir ." userId="e1216cdb2c3d5fd5" providerId="LiveId" clId="{7AF30D39-8DAC-4380-9F57-1F1E68E50E74}" dt="2025-11-24T15:15:06.906" v="2436" actId="20577"/>
          <ac:spMkLst>
            <pc:docMk/>
            <pc:sldMk cId="976254913" sldId="340"/>
            <ac:spMk id="3" creationId="{41624B7E-D51A-E93E-55D9-26FA81A3E037}"/>
          </ac:spMkLst>
        </pc:spChg>
      </pc:sldChg>
      <pc:sldChg chg="modSp add mod">
        <pc:chgData name="Tanvir ." userId="e1216cdb2c3d5fd5" providerId="LiveId" clId="{7AF30D39-8DAC-4380-9F57-1F1E68E50E74}" dt="2025-11-24T18:19:46.810" v="2817" actId="1076"/>
        <pc:sldMkLst>
          <pc:docMk/>
          <pc:sldMk cId="2154748314" sldId="340"/>
        </pc:sldMkLst>
        <pc:spChg chg="mod">
          <ac:chgData name="Tanvir ." userId="e1216cdb2c3d5fd5" providerId="LiveId" clId="{7AF30D39-8DAC-4380-9F57-1F1E68E50E74}" dt="2025-11-24T18:19:44.593" v="2816" actId="1076"/>
          <ac:spMkLst>
            <pc:docMk/>
            <pc:sldMk cId="2154748314" sldId="340"/>
            <ac:spMk id="5" creationId="{BF7F6DAA-35B3-AC6A-B57C-C5D0C6442391}"/>
          </ac:spMkLst>
        </pc:spChg>
        <pc:picChg chg="mod">
          <ac:chgData name="Tanvir ." userId="e1216cdb2c3d5fd5" providerId="LiveId" clId="{7AF30D39-8DAC-4380-9F57-1F1E68E50E74}" dt="2025-11-24T18:19:46.810" v="2817" actId="1076"/>
          <ac:picMkLst>
            <pc:docMk/>
            <pc:sldMk cId="2154748314" sldId="340"/>
            <ac:picMk id="9218" creationId="{81A51165-993A-508A-F4B5-5C385FA1C8DC}"/>
          </ac:picMkLst>
        </pc:picChg>
      </pc:sldChg>
      <pc:sldChg chg="addSp delSp modSp add mod">
        <pc:chgData name="Tanvir ." userId="e1216cdb2c3d5fd5" providerId="LiveId" clId="{7AF30D39-8DAC-4380-9F57-1F1E68E50E74}" dt="2025-11-24T19:14:15.645" v="3068" actId="1076"/>
        <pc:sldMkLst>
          <pc:docMk/>
          <pc:sldMk cId="113635742" sldId="341"/>
        </pc:sldMkLst>
        <pc:spChg chg="add del mod">
          <ac:chgData name="Tanvir ." userId="e1216cdb2c3d5fd5" providerId="LiveId" clId="{7AF30D39-8DAC-4380-9F57-1F1E68E50E74}" dt="2025-11-24T18:57:47.727" v="2988" actId="478"/>
          <ac:spMkLst>
            <pc:docMk/>
            <pc:sldMk cId="113635742" sldId="341"/>
            <ac:spMk id="3" creationId="{987855FE-F6FE-AC65-943D-75C90E612B15}"/>
          </ac:spMkLst>
        </pc:spChg>
        <pc:spChg chg="add mod">
          <ac:chgData name="Tanvir ." userId="e1216cdb2c3d5fd5" providerId="LiveId" clId="{7AF30D39-8DAC-4380-9F57-1F1E68E50E74}" dt="2025-11-24T19:13:16.149" v="3056" actId="20577"/>
          <ac:spMkLst>
            <pc:docMk/>
            <pc:sldMk cId="113635742" sldId="341"/>
            <ac:spMk id="4" creationId="{FFFAB0A1-86ED-DC71-94A2-6CDEAED6ACE7}"/>
          </ac:spMkLst>
        </pc:spChg>
        <pc:spChg chg="add del mod">
          <ac:chgData name="Tanvir ." userId="e1216cdb2c3d5fd5" providerId="LiveId" clId="{7AF30D39-8DAC-4380-9F57-1F1E68E50E74}" dt="2025-11-24T19:08:21.550" v="2991" actId="478"/>
          <ac:spMkLst>
            <pc:docMk/>
            <pc:sldMk cId="113635742" sldId="341"/>
            <ac:spMk id="5" creationId="{CD099C12-B86E-C502-DB39-6CB6B01C1D83}"/>
          </ac:spMkLst>
        </pc:spChg>
        <pc:spChg chg="add mod">
          <ac:chgData name="Tanvir ." userId="e1216cdb2c3d5fd5" providerId="LiveId" clId="{7AF30D39-8DAC-4380-9F57-1F1E68E50E74}" dt="2025-11-24T19:14:15.645" v="3068" actId="1076"/>
          <ac:spMkLst>
            <pc:docMk/>
            <pc:sldMk cId="113635742" sldId="341"/>
            <ac:spMk id="7" creationId="{7734922E-8B69-4404-6539-9661C9CF63C1}"/>
          </ac:spMkLst>
        </pc:spChg>
        <pc:spChg chg="del mod">
          <ac:chgData name="Tanvir ." userId="e1216cdb2c3d5fd5" providerId="LiveId" clId="{7AF30D39-8DAC-4380-9F57-1F1E68E50E74}" dt="2025-11-24T19:13:35.409" v="3058" actId="478"/>
          <ac:spMkLst>
            <pc:docMk/>
            <pc:sldMk cId="113635742" sldId="341"/>
            <ac:spMk id="9" creationId="{E8AFD521-539A-2811-E45A-584A826F0E03}"/>
          </ac:spMkLst>
        </pc:spChg>
        <pc:spChg chg="del">
          <ac:chgData name="Tanvir ." userId="e1216cdb2c3d5fd5" providerId="LiveId" clId="{7AF30D39-8DAC-4380-9F57-1F1E68E50E74}" dt="2025-11-24T18:57:31.526" v="2986" actId="478"/>
          <ac:spMkLst>
            <pc:docMk/>
            <pc:sldMk cId="113635742" sldId="341"/>
            <ac:spMk id="17" creationId="{25A6768D-6E0D-83D0-9B74-3DD34AFC47FD}"/>
          </ac:spMkLst>
        </pc:spChg>
        <pc:picChg chg="mod">
          <ac:chgData name="Tanvir ." userId="e1216cdb2c3d5fd5" providerId="LiveId" clId="{7AF30D39-8DAC-4380-9F57-1F1E68E50E74}" dt="2025-11-24T19:11:48.888" v="3018" actId="1076"/>
          <ac:picMkLst>
            <pc:docMk/>
            <pc:sldMk cId="113635742" sldId="341"/>
            <ac:picMk id="6" creationId="{1F1783C1-CF31-D49D-0F40-D9871BB28DA0}"/>
          </ac:picMkLst>
        </pc:picChg>
        <pc:picChg chg="del">
          <ac:chgData name="Tanvir ." userId="e1216cdb2c3d5fd5" providerId="LiveId" clId="{7AF30D39-8DAC-4380-9F57-1F1E68E50E74}" dt="2025-11-24T18:58:25.471" v="2989" actId="478"/>
          <ac:picMkLst>
            <pc:docMk/>
            <pc:sldMk cId="113635742" sldId="341"/>
            <ac:picMk id="6146" creationId="{62AA9685-D01E-1E4D-F53A-03DECE20DD6B}"/>
          </ac:picMkLst>
        </pc:picChg>
      </pc:sldChg>
      <pc:sldChg chg="addSp delSp modSp add mod">
        <pc:chgData name="Tanvir ." userId="e1216cdb2c3d5fd5" providerId="LiveId" clId="{7AF30D39-8DAC-4380-9F57-1F1E68E50E74}" dt="2025-11-24T18:56:52.504" v="2982" actId="20577"/>
        <pc:sldMkLst>
          <pc:docMk/>
          <pc:sldMk cId="643608561" sldId="342"/>
        </pc:sldMkLst>
        <pc:spChg chg="del">
          <ac:chgData name="Tanvir ." userId="e1216cdb2c3d5fd5" providerId="LiveId" clId="{7AF30D39-8DAC-4380-9F57-1F1E68E50E74}" dt="2025-11-24T18:50:58.602" v="2913" actId="478"/>
          <ac:spMkLst>
            <pc:docMk/>
            <pc:sldMk cId="643608561" sldId="342"/>
            <ac:spMk id="2" creationId="{6DB4E1BB-8353-005C-4FA6-A307752C51C8}"/>
          </ac:spMkLst>
        </pc:spChg>
        <pc:spChg chg="add mod">
          <ac:chgData name="Tanvir ." userId="e1216cdb2c3d5fd5" providerId="LiveId" clId="{7AF30D39-8DAC-4380-9F57-1F1E68E50E74}" dt="2025-11-24T18:54:43.245" v="2927" actId="12"/>
          <ac:spMkLst>
            <pc:docMk/>
            <pc:sldMk cId="643608561" sldId="342"/>
            <ac:spMk id="3" creationId="{1BE33583-4E73-4066-1752-116B3FFC0AD7}"/>
          </ac:spMkLst>
        </pc:spChg>
        <pc:spChg chg="mod">
          <ac:chgData name="Tanvir ." userId="e1216cdb2c3d5fd5" providerId="LiveId" clId="{7AF30D39-8DAC-4380-9F57-1F1E68E50E74}" dt="2025-11-24T18:56:52.504" v="2982" actId="20577"/>
          <ac:spMkLst>
            <pc:docMk/>
            <pc:sldMk cId="643608561" sldId="342"/>
            <ac:spMk id="5" creationId="{E619005A-EA66-9960-1EE9-26F99654E271}"/>
          </ac:spMkLst>
        </pc:spChg>
        <pc:picChg chg="del">
          <ac:chgData name="Tanvir ." userId="e1216cdb2c3d5fd5" providerId="LiveId" clId="{7AF30D39-8DAC-4380-9F57-1F1E68E50E74}" dt="2025-11-24T18:50:55.013" v="2912" actId="478"/>
          <ac:picMkLst>
            <pc:docMk/>
            <pc:sldMk cId="643608561" sldId="342"/>
            <ac:picMk id="17410" creationId="{63878F2E-852A-578C-B2D1-68C80BF8D41B}"/>
          </ac:picMkLst>
        </pc:picChg>
        <pc:picChg chg="add mod">
          <ac:chgData name="Tanvir ." userId="e1216cdb2c3d5fd5" providerId="LiveId" clId="{7AF30D39-8DAC-4380-9F57-1F1E68E50E74}" dt="2025-11-24T18:55:37.577" v="2935" actId="1076"/>
          <ac:picMkLst>
            <pc:docMk/>
            <pc:sldMk cId="643608561" sldId="342"/>
            <ac:picMk id="19458" creationId="{13570C99-B4C3-D597-C201-B863B34D3366}"/>
          </ac:picMkLst>
        </pc:picChg>
      </pc:sldChg>
      <pc:sldChg chg="add del">
        <pc:chgData name="Tanvir ." userId="e1216cdb2c3d5fd5" providerId="LiveId" clId="{7AF30D39-8DAC-4380-9F57-1F1E68E50E74}" dt="2025-11-24T18:57:17.702" v="2985" actId="47"/>
        <pc:sldMkLst>
          <pc:docMk/>
          <pc:sldMk cId="1239296369" sldId="343"/>
        </pc:sldMkLst>
      </pc:sldChg>
      <pc:sldChg chg="addSp delSp modSp add del mod">
        <pc:chgData name="Tanvir ." userId="e1216cdb2c3d5fd5" providerId="LiveId" clId="{7AF30D39-8DAC-4380-9F57-1F1E68E50E74}" dt="2025-11-24T19:30:22.557" v="3143" actId="47"/>
        <pc:sldMkLst>
          <pc:docMk/>
          <pc:sldMk cId="4234855887" sldId="344"/>
        </pc:sldMkLst>
        <pc:spChg chg="add del mod">
          <ac:chgData name="Tanvir ." userId="e1216cdb2c3d5fd5" providerId="LiveId" clId="{7AF30D39-8DAC-4380-9F57-1F1E68E50E74}" dt="2025-11-24T19:21:35.095" v="3092" actId="478"/>
          <ac:spMkLst>
            <pc:docMk/>
            <pc:sldMk cId="4234855887" sldId="344"/>
            <ac:spMk id="2" creationId="{A9F5AC5D-1EF7-93AF-0F5A-21D4EDC6F680}"/>
          </ac:spMkLst>
        </pc:spChg>
        <pc:spChg chg="add mod">
          <ac:chgData name="Tanvir ." userId="e1216cdb2c3d5fd5" providerId="LiveId" clId="{7AF30D39-8DAC-4380-9F57-1F1E68E50E74}" dt="2025-11-24T19:29:19.412" v="3131" actId="21"/>
          <ac:spMkLst>
            <pc:docMk/>
            <pc:sldMk cId="4234855887" sldId="344"/>
            <ac:spMk id="4" creationId="{B2044D9F-C5D0-1C55-8558-B049C82660C1}"/>
          </ac:spMkLst>
        </pc:spChg>
        <pc:spChg chg="del">
          <ac:chgData name="Tanvir ." userId="e1216cdb2c3d5fd5" providerId="LiveId" clId="{7AF30D39-8DAC-4380-9F57-1F1E68E50E74}" dt="2025-11-24T19:21:40.374" v="3093" actId="478"/>
          <ac:spMkLst>
            <pc:docMk/>
            <pc:sldMk cId="4234855887" sldId="344"/>
            <ac:spMk id="9" creationId="{41ACB5A0-F392-F221-7BBE-0F47FE671A15}"/>
          </ac:spMkLst>
        </pc:spChg>
        <pc:spChg chg="del mod">
          <ac:chgData name="Tanvir ." userId="e1216cdb2c3d5fd5" providerId="LiveId" clId="{7AF30D39-8DAC-4380-9F57-1F1E68E50E74}" dt="2025-11-24T19:29:19.412" v="3131" actId="21"/>
          <ac:spMkLst>
            <pc:docMk/>
            <pc:sldMk cId="4234855887" sldId="344"/>
            <ac:spMk id="17" creationId="{14DB9C37-E5BD-1ABC-3329-FB40996C36F7}"/>
          </ac:spMkLst>
        </pc:spChg>
        <pc:picChg chg="del">
          <ac:chgData name="Tanvir ." userId="e1216cdb2c3d5fd5" providerId="LiveId" clId="{7AF30D39-8DAC-4380-9F57-1F1E68E50E74}" dt="2025-11-24T19:21:32.460" v="3091" actId="478"/>
          <ac:picMkLst>
            <pc:docMk/>
            <pc:sldMk cId="4234855887" sldId="344"/>
            <ac:picMk id="6146" creationId="{6BD7EE74-8227-6988-C6FF-48E85EDD53AF}"/>
          </ac:picMkLst>
        </pc:picChg>
      </pc:sldChg>
      <pc:sldChg chg="addSp delSp modSp add mod">
        <pc:chgData name="Tanvir ." userId="e1216cdb2c3d5fd5" providerId="LiveId" clId="{7AF30D39-8DAC-4380-9F57-1F1E68E50E74}" dt="2025-11-24T19:18:46.787" v="3090" actId="12"/>
        <pc:sldMkLst>
          <pc:docMk/>
          <pc:sldMk cId="4089544665" sldId="345"/>
        </pc:sldMkLst>
        <pc:spChg chg="add mod">
          <ac:chgData name="Tanvir ." userId="e1216cdb2c3d5fd5" providerId="LiveId" clId="{7AF30D39-8DAC-4380-9F57-1F1E68E50E74}" dt="2025-11-24T19:17:09.814" v="3073"/>
          <ac:spMkLst>
            <pc:docMk/>
            <pc:sldMk cId="4089544665" sldId="345"/>
            <ac:spMk id="2" creationId="{D443B5E7-FE26-FF93-E867-2DB38B4005CF}"/>
          </ac:spMkLst>
        </pc:spChg>
        <pc:spChg chg="add del mod">
          <ac:chgData name="Tanvir ." userId="e1216cdb2c3d5fd5" providerId="LiveId" clId="{7AF30D39-8DAC-4380-9F57-1F1E68E50E74}" dt="2025-11-24T19:17:37.389" v="3078"/>
          <ac:spMkLst>
            <pc:docMk/>
            <pc:sldMk cId="4089544665" sldId="345"/>
            <ac:spMk id="3" creationId="{927BBBE2-EEAA-3672-086A-5411A4121641}"/>
          </ac:spMkLst>
        </pc:spChg>
        <pc:spChg chg="del">
          <ac:chgData name="Tanvir ." userId="e1216cdb2c3d5fd5" providerId="LiveId" clId="{7AF30D39-8DAC-4380-9F57-1F1E68E50E74}" dt="2025-11-24T19:17:09.070" v="3072" actId="478"/>
          <ac:spMkLst>
            <pc:docMk/>
            <pc:sldMk cId="4089544665" sldId="345"/>
            <ac:spMk id="4" creationId="{EE76ACEA-336D-B29D-5448-7883BB53BBF4}"/>
          </ac:spMkLst>
        </pc:spChg>
        <pc:spChg chg="add mod">
          <ac:chgData name="Tanvir ." userId="e1216cdb2c3d5fd5" providerId="LiveId" clId="{7AF30D39-8DAC-4380-9F57-1F1E68E50E74}" dt="2025-11-24T19:18:46.787" v="3090" actId="12"/>
          <ac:spMkLst>
            <pc:docMk/>
            <pc:sldMk cId="4089544665" sldId="345"/>
            <ac:spMk id="5" creationId="{0B5129E3-0BA1-A11F-2801-2AB39A761151}"/>
          </ac:spMkLst>
        </pc:spChg>
        <pc:spChg chg="del">
          <ac:chgData name="Tanvir ." userId="e1216cdb2c3d5fd5" providerId="LiveId" clId="{7AF30D39-8DAC-4380-9F57-1F1E68E50E74}" dt="2025-11-24T19:17:05.179" v="3071" actId="478"/>
          <ac:spMkLst>
            <pc:docMk/>
            <pc:sldMk cId="4089544665" sldId="345"/>
            <ac:spMk id="7" creationId="{2FE1A41C-9E01-67EA-4362-87472E56F0B9}"/>
          </ac:spMkLst>
        </pc:spChg>
        <pc:picChg chg="del">
          <ac:chgData name="Tanvir ." userId="e1216cdb2c3d5fd5" providerId="LiveId" clId="{7AF30D39-8DAC-4380-9F57-1F1E68E50E74}" dt="2025-11-24T19:17:01.455" v="3070" actId="478"/>
          <ac:picMkLst>
            <pc:docMk/>
            <pc:sldMk cId="4089544665" sldId="345"/>
            <ac:picMk id="6" creationId="{7FB3242C-5DA6-9548-55F2-E3CD84CD84F1}"/>
          </ac:picMkLst>
        </pc:picChg>
      </pc:sldChg>
      <pc:sldChg chg="addSp delSp modSp add mod">
        <pc:chgData name="Tanvir ." userId="e1216cdb2c3d5fd5" providerId="LiveId" clId="{7AF30D39-8DAC-4380-9F57-1F1E68E50E74}" dt="2025-11-24T19:53:34.786" v="3255" actId="1076"/>
        <pc:sldMkLst>
          <pc:docMk/>
          <pc:sldMk cId="3499898354" sldId="346"/>
        </pc:sldMkLst>
        <pc:spChg chg="add mod">
          <ac:chgData name="Tanvir ." userId="e1216cdb2c3d5fd5" providerId="LiveId" clId="{7AF30D39-8DAC-4380-9F57-1F1E68E50E74}" dt="2025-11-24T19:53:34.786" v="3255" actId="1076"/>
          <ac:spMkLst>
            <pc:docMk/>
            <pc:sldMk cId="3499898354" sldId="346"/>
            <ac:spMk id="2" creationId="{64A8F19A-3B82-98E4-498D-02C1AC365BED}"/>
          </ac:spMkLst>
        </pc:spChg>
        <pc:spChg chg="del">
          <ac:chgData name="Tanvir ." userId="e1216cdb2c3d5fd5" providerId="LiveId" clId="{7AF30D39-8DAC-4380-9F57-1F1E68E50E74}" dt="2025-11-24T19:40:32.791" v="3151" actId="478"/>
          <ac:spMkLst>
            <pc:docMk/>
            <pc:sldMk cId="3499898354" sldId="346"/>
            <ac:spMk id="4" creationId="{697AADA5-81B7-6415-3150-F56F4214A2EA}"/>
          </ac:spMkLst>
        </pc:spChg>
        <pc:spChg chg="del">
          <ac:chgData name="Tanvir ." userId="e1216cdb2c3d5fd5" providerId="LiveId" clId="{7AF30D39-8DAC-4380-9F57-1F1E68E50E74}" dt="2025-11-24T19:40:17.166" v="3147" actId="478"/>
          <ac:spMkLst>
            <pc:docMk/>
            <pc:sldMk cId="3499898354" sldId="346"/>
            <ac:spMk id="5" creationId="{79476C14-240B-AE67-C77F-BF07659EB1C6}"/>
          </ac:spMkLst>
        </pc:spChg>
        <pc:spChg chg="mod">
          <ac:chgData name="Tanvir ." userId="e1216cdb2c3d5fd5" providerId="LiveId" clId="{7AF30D39-8DAC-4380-9F57-1F1E68E50E74}" dt="2025-11-24T19:49:23.943" v="3234" actId="255"/>
          <ac:spMkLst>
            <pc:docMk/>
            <pc:sldMk cId="3499898354" sldId="346"/>
            <ac:spMk id="17" creationId="{016D7D8E-40EC-BFE3-A3AD-5D55752B14B4}"/>
          </ac:spMkLst>
        </pc:spChg>
        <pc:picChg chg="del">
          <ac:chgData name="Tanvir ." userId="e1216cdb2c3d5fd5" providerId="LiveId" clId="{7AF30D39-8DAC-4380-9F57-1F1E68E50E74}" dt="2025-11-24T19:40:27.967" v="3150" actId="478"/>
          <ac:picMkLst>
            <pc:docMk/>
            <pc:sldMk cId="3499898354" sldId="346"/>
            <ac:picMk id="18437" creationId="{C3ABEF93-AFBE-81A8-A1AC-2F5C48570958}"/>
          </ac:picMkLst>
        </pc:picChg>
        <pc:picChg chg="add del mod">
          <ac:chgData name="Tanvir ." userId="e1216cdb2c3d5fd5" providerId="LiveId" clId="{7AF30D39-8DAC-4380-9F57-1F1E68E50E74}" dt="2025-11-24T19:43:28.007" v="3164" actId="478"/>
          <ac:picMkLst>
            <pc:docMk/>
            <pc:sldMk cId="3499898354" sldId="346"/>
            <ac:picMk id="23554" creationId="{1B76E173-BADE-B130-217C-C5DC135268C3}"/>
          </ac:picMkLst>
        </pc:picChg>
        <pc:picChg chg="add mod">
          <ac:chgData name="Tanvir ." userId="e1216cdb2c3d5fd5" providerId="LiveId" clId="{7AF30D39-8DAC-4380-9F57-1F1E68E50E74}" dt="2025-11-24T19:53:00.990" v="3248" actId="1076"/>
          <ac:picMkLst>
            <pc:docMk/>
            <pc:sldMk cId="3499898354" sldId="346"/>
            <ac:picMk id="23556" creationId="{71803F43-CF71-9182-7447-E79FBEE6EAE9}"/>
          </ac:picMkLst>
        </pc:picChg>
      </pc:sldChg>
      <pc:sldChg chg="add del">
        <pc:chgData name="Tanvir ." userId="e1216cdb2c3d5fd5" providerId="LiveId" clId="{7AF30D39-8DAC-4380-9F57-1F1E68E50E74}" dt="2025-11-24T19:40:37.405" v="3152" actId="47"/>
        <pc:sldMkLst>
          <pc:docMk/>
          <pc:sldMk cId="213025487" sldId="347"/>
        </pc:sldMkLst>
      </pc:sldChg>
      <pc:sldChg chg="addSp modSp add mod">
        <pc:chgData name="Tanvir ." userId="e1216cdb2c3d5fd5" providerId="LiveId" clId="{7AF30D39-8DAC-4380-9F57-1F1E68E50E74}" dt="2025-11-24T19:54:38.691" v="3264" actId="1076"/>
        <pc:sldMkLst>
          <pc:docMk/>
          <pc:sldMk cId="2297849054" sldId="347"/>
        </pc:sldMkLst>
        <pc:spChg chg="add mod">
          <ac:chgData name="Tanvir ." userId="e1216cdb2c3d5fd5" providerId="LiveId" clId="{7AF30D39-8DAC-4380-9F57-1F1E68E50E74}" dt="2025-11-24T19:54:38.691" v="3264" actId="1076"/>
          <ac:spMkLst>
            <pc:docMk/>
            <pc:sldMk cId="2297849054" sldId="347"/>
            <ac:spMk id="2" creationId="{40310BB1-CD57-110B-E1BA-7E7EFF4AEF0C}"/>
          </ac:spMkLst>
        </pc:spChg>
        <pc:spChg chg="mod">
          <ac:chgData name="Tanvir ." userId="e1216cdb2c3d5fd5" providerId="LiveId" clId="{7AF30D39-8DAC-4380-9F57-1F1E68E50E74}" dt="2025-11-24T19:47:17.204" v="3207" actId="20577"/>
          <ac:spMkLst>
            <pc:docMk/>
            <pc:sldMk cId="2297849054" sldId="347"/>
            <ac:spMk id="17" creationId="{6A006348-DB2D-C67F-7631-59DF69992F23}"/>
          </ac:spMkLst>
        </pc:spChg>
        <pc:picChg chg="add mod">
          <ac:chgData name="Tanvir ." userId="e1216cdb2c3d5fd5" providerId="LiveId" clId="{7AF30D39-8DAC-4380-9F57-1F1E68E50E74}" dt="2025-11-24T19:54:13.946" v="3257" actId="1076"/>
          <ac:picMkLst>
            <pc:docMk/>
            <pc:sldMk cId="2297849054" sldId="347"/>
            <ac:picMk id="24578" creationId="{97E9E721-A34B-3183-38EE-7BCD01D2B95A}"/>
          </ac:picMkLst>
        </pc:picChg>
      </pc:sldChg>
      <pc:sldChg chg="addSp delSp modSp add mod ord">
        <pc:chgData name="Tanvir ." userId="e1216cdb2c3d5fd5" providerId="LiveId" clId="{7AF30D39-8DAC-4380-9F57-1F1E68E50E74}" dt="2025-11-24T19:52:45.209" v="3246" actId="1076"/>
        <pc:sldMkLst>
          <pc:docMk/>
          <pc:sldMk cId="1730715218" sldId="348"/>
        </pc:sldMkLst>
        <pc:spChg chg="add mod">
          <ac:chgData name="Tanvir ." userId="e1216cdb2c3d5fd5" providerId="LiveId" clId="{7AF30D39-8DAC-4380-9F57-1F1E68E50E74}" dt="2025-11-24T19:52:45.209" v="3246" actId="1076"/>
          <ac:spMkLst>
            <pc:docMk/>
            <pc:sldMk cId="1730715218" sldId="348"/>
            <ac:spMk id="2" creationId="{1A4910D2-47CD-F1EF-94B2-520F402B3F99}"/>
          </ac:spMkLst>
        </pc:spChg>
        <pc:spChg chg="mod">
          <ac:chgData name="Tanvir ." userId="e1216cdb2c3d5fd5" providerId="LiveId" clId="{7AF30D39-8DAC-4380-9F57-1F1E68E50E74}" dt="2025-11-24T19:48:02.506" v="3227" actId="20577"/>
          <ac:spMkLst>
            <pc:docMk/>
            <pc:sldMk cId="1730715218" sldId="348"/>
            <ac:spMk id="17" creationId="{E3C1CDCB-0B95-C34C-FC35-952E10AC925A}"/>
          </ac:spMkLst>
        </pc:spChg>
        <pc:picChg chg="add del mod">
          <ac:chgData name="Tanvir ." userId="e1216cdb2c3d5fd5" providerId="LiveId" clId="{7AF30D39-8DAC-4380-9F57-1F1E68E50E74}" dt="2025-11-24T19:42:40.024" v="3159" actId="478"/>
          <ac:picMkLst>
            <pc:docMk/>
            <pc:sldMk cId="1730715218" sldId="348"/>
            <ac:picMk id="22530" creationId="{9A704312-327E-FCDE-8A81-212AC84F12A5}"/>
          </ac:picMkLst>
        </pc:picChg>
        <pc:picChg chg="add mod">
          <ac:chgData name="Tanvir ." userId="e1216cdb2c3d5fd5" providerId="LiveId" clId="{7AF30D39-8DAC-4380-9F57-1F1E68E50E74}" dt="2025-11-24T19:52:28.603" v="3241" actId="14100"/>
          <ac:picMkLst>
            <pc:docMk/>
            <pc:sldMk cId="1730715218" sldId="348"/>
            <ac:picMk id="22532" creationId="{B7BF28A2-7F95-C69D-13AE-ED40DF0784F0}"/>
          </ac:picMkLst>
        </pc:picChg>
      </pc:sldChg>
      <pc:sldChg chg="add del">
        <pc:chgData name="Tanvir ." userId="e1216cdb2c3d5fd5" providerId="LiveId" clId="{7AF30D39-8DAC-4380-9F57-1F1E68E50E74}" dt="2025-11-24T19:40:43.198" v="3153" actId="47"/>
        <pc:sldMkLst>
          <pc:docMk/>
          <pc:sldMk cId="3258441424" sldId="348"/>
        </pc:sldMkLst>
      </pc:sldChg>
      <pc:sldChg chg="addSp delSp modSp add mod ord">
        <pc:chgData name="Tanvir ." userId="e1216cdb2c3d5fd5" providerId="LiveId" clId="{7AF30D39-8DAC-4380-9F57-1F1E68E50E74}" dt="2025-11-24T20:31:22.128" v="3292" actId="12"/>
        <pc:sldMkLst>
          <pc:docMk/>
          <pc:sldMk cId="2788821108" sldId="349"/>
        </pc:sldMkLst>
        <pc:spChg chg="add mod">
          <ac:chgData name="Tanvir ." userId="e1216cdb2c3d5fd5" providerId="LiveId" clId="{7AF30D39-8DAC-4380-9F57-1F1E68E50E74}" dt="2025-11-24T20:31:22.128" v="3292" actId="12"/>
          <ac:spMkLst>
            <pc:docMk/>
            <pc:sldMk cId="2788821108" sldId="349"/>
            <ac:spMk id="3" creationId="{3F56BE00-3866-B6B5-3B64-D2FE6F198D0C}"/>
          </ac:spMkLst>
        </pc:spChg>
        <pc:spChg chg="del mod">
          <ac:chgData name="Tanvir ." userId="e1216cdb2c3d5fd5" providerId="LiveId" clId="{7AF30D39-8DAC-4380-9F57-1F1E68E50E74}" dt="2025-11-24T20:30:44.573" v="3288" actId="478"/>
          <ac:spMkLst>
            <pc:docMk/>
            <pc:sldMk cId="2788821108" sldId="349"/>
            <ac:spMk id="5" creationId="{16085ADD-60C7-5C50-F69E-853570BFCBE5}"/>
          </ac:spMkLst>
        </pc:spChg>
      </pc:sldChg>
      <pc:sldChg chg="addSp delSp modSp add mod">
        <pc:chgData name="Tanvir ." userId="e1216cdb2c3d5fd5" providerId="LiveId" clId="{7AF30D39-8DAC-4380-9F57-1F1E68E50E74}" dt="2025-11-24T20:37:44.384" v="3358" actId="12"/>
        <pc:sldMkLst>
          <pc:docMk/>
          <pc:sldMk cId="3928216373" sldId="350"/>
        </pc:sldMkLst>
        <pc:spChg chg="del mod">
          <ac:chgData name="Tanvir ." userId="e1216cdb2c3d5fd5" providerId="LiveId" clId="{7AF30D39-8DAC-4380-9F57-1F1E68E50E74}" dt="2025-11-24T20:37:13.043" v="3350"/>
          <ac:spMkLst>
            <pc:docMk/>
            <pc:sldMk cId="3928216373" sldId="350"/>
            <ac:spMk id="2" creationId="{232FC154-7E66-932A-27BA-1817E9026D8B}"/>
          </ac:spMkLst>
        </pc:spChg>
        <pc:spChg chg="add mod">
          <ac:chgData name="Tanvir ." userId="e1216cdb2c3d5fd5" providerId="LiveId" clId="{7AF30D39-8DAC-4380-9F57-1F1E68E50E74}" dt="2025-11-24T20:37:44.384" v="3358" actId="12"/>
          <ac:spMkLst>
            <pc:docMk/>
            <pc:sldMk cId="3928216373" sldId="350"/>
            <ac:spMk id="3" creationId="{3A195227-A4CB-F7EF-1714-F8909C37004A}"/>
          </ac:spMkLst>
        </pc:spChg>
        <pc:spChg chg="mod">
          <ac:chgData name="Tanvir ." userId="e1216cdb2c3d5fd5" providerId="LiveId" clId="{7AF30D39-8DAC-4380-9F57-1F1E68E50E74}" dt="2025-11-24T20:36:16.235" v="3344" actId="20577"/>
          <ac:spMkLst>
            <pc:docMk/>
            <pc:sldMk cId="3928216373" sldId="350"/>
            <ac:spMk id="10" creationId="{EE2E3DD5-E991-6063-9274-9110E0F0093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11/25/2025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336E4-4A01-71CA-DA1F-5B1294F2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2CED12-10EB-3222-B869-58A6E5E202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72019D-213A-AF85-76E6-92C41F9E6B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D6F90-13CA-AE92-4C29-1CB6158347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059311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77DF8-4C43-0550-D31F-4059A996B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E6AED7-80F8-FC28-36D1-7D00698843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C32955-26A5-C113-6F50-E3CB760AE4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7F66D-88C4-62F2-618D-7BCE893BBE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159346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4997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DE7BC-311B-5283-55CB-68B9F3821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05DD15-C2B4-3F04-C07A-8F172016B5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4B2A4B-D1D8-349D-39EC-C5BED80A6D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E505F-8423-584E-4ABF-FFF58D1DC4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001990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B8D3E-CE0F-691B-BAAC-42A368701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0F8FEC-5C64-1332-45F4-E46139FA51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7F3F51-4D9A-8161-0EAF-14CA685BBF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7EC96-D414-8E09-A07D-50028F78D6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765892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DC9A5-00F3-4EC6-CB9D-9AB80C655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27C6BA-328F-7697-9936-62878A1E2D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E49A51-7278-3756-82DF-198DDE746B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FE29EA-9619-BDC1-CA41-556E95844C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405229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81E41-D480-5F6F-6255-A22CF75A2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1D1409-F2C0-FC81-88CD-CE96A3C1D0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BBC97E-87F8-8D59-11AC-177A55AE12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123EFC-9D44-3780-6255-14E962BB8F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06600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59884-D48A-5976-02B8-BE99249C1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9A77C5-A78C-9B4E-60C8-C3F6B64685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8F647D-72F9-2A2A-A3AC-711365CE33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071DC-395A-6773-AF8B-7CBA50D103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47279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A5405-379C-27FA-CB7F-C708A5F24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6CE7A6-4B6A-488F-2E2C-C08E66328B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367442-5B7F-CB00-501C-78DBCB178E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850FE-1746-E661-3A0A-1E2048E082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226010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BD1E7-B9C5-1436-3589-E47E4FADD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428714-703B-82D6-FEC5-77B56D68C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F189F9-7843-A56D-94BE-222E1E362B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2106F-0DE2-385D-9823-F1A7A3627F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69243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327485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0478F-5BEC-B5B7-5BFE-B3F0FB016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173066-2A79-7FC8-A44E-D8658243A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175330-AF50-DFEB-1607-28BF250CDF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F59464-27BE-7651-30B0-19F1E4F3BF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536400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9B823-D99C-A8BD-5547-0A9425E10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3D7778-835D-F50E-73F0-B42D4BFE2A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56DCC5-C06A-0129-FE9E-1901C319D0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A02BB-2DBD-DB1B-5D2D-82D4A1D2E4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88011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3012621"/>
            <a:ext cx="10360152" cy="832757"/>
          </a:xfrm>
        </p:spPr>
        <p:txBody>
          <a:bodyPr anchor="ctr"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SPOTIFY DATASET ANALYSIS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67" y="914400"/>
            <a:ext cx="5641848" cy="5029200"/>
          </a:xfrm>
        </p:spPr>
        <p:txBody>
          <a:bodyPr/>
          <a:lstStyle/>
          <a:p>
            <a:r>
              <a:rPr lang="en-US" sz="6000" dirty="0"/>
              <a:t>AGENDA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D6FB95E-6987-A57C-3663-3FD6F6FAC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2987928"/>
              </p:ext>
            </p:extLst>
          </p:nvPr>
        </p:nvGraphicFramePr>
        <p:xfrm>
          <a:off x="6869113" y="1143000"/>
          <a:ext cx="4190999" cy="4804551"/>
        </p:xfrm>
        <a:graphic>
          <a:graphicData uri="http://schemas.openxmlformats.org/drawingml/2006/table">
            <a:tbl>
              <a:tblPr firstRow="1" bandRow="1"/>
              <a:tblGrid>
                <a:gridCol w="4190999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78279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E34"/>
                          </a:solidFill>
                          <a:effectLst/>
                          <a:uLnTx/>
                          <a:uFillTx/>
                          <a:latin typeface="Sagona Book"/>
                          <a:ea typeface="+mn-ea"/>
                          <a:cs typeface="+mn-cs"/>
                        </a:rPr>
                        <a:t>DATASET DESCRIPTION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3E34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3E34"/>
                        </a:solidFill>
                        <a:effectLst/>
                        <a:uLnTx/>
                        <a:uFillTx/>
                        <a:latin typeface="Sagona Book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97900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E34"/>
                          </a:solidFill>
                          <a:effectLst/>
                          <a:uLnTx/>
                          <a:uFillTx/>
                          <a:latin typeface="Sagona Book"/>
                          <a:ea typeface="+mn-ea"/>
                          <a:cs typeface="+mn-cs"/>
                        </a:rPr>
                        <a:t>DETAILED ANALYSIS</a:t>
                      </a:r>
                    </a:p>
                    <a:p>
                      <a:pPr marL="0" algn="r" defTabSz="914400" rtl="0" eaLnBrk="1" latinLnBrk="0" hangingPunct="1"/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998987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E34"/>
                          </a:solidFill>
                          <a:effectLst/>
                          <a:uLnTx/>
                          <a:uFillTx/>
                          <a:latin typeface="Sagona Book"/>
                          <a:ea typeface="+mn-ea"/>
                          <a:cs typeface="+mn-cs"/>
                        </a:rPr>
                        <a:t>INSIGHTS AND OBSERVATIONS</a:t>
                      </a:r>
                    </a:p>
                    <a:p>
                      <a:pPr marL="0" algn="r" defTabSz="914400" rtl="0" eaLnBrk="1" latinLnBrk="0" hangingPunct="1"/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95902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E34"/>
                          </a:solidFill>
                          <a:effectLst/>
                          <a:uLnTx/>
                          <a:uFillTx/>
                          <a:latin typeface="Sagona Book"/>
                          <a:ea typeface="+mn-ea"/>
                          <a:cs typeface="+mn-cs"/>
                        </a:rPr>
                        <a:t>CONCLUSION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  <a:tr h="854835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6376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CC79640-E186-E2C9-0FAD-4A87E836C8BB}"/>
              </a:ext>
            </a:extLst>
          </p:cNvPr>
          <p:cNvSpPr txBox="1"/>
          <p:nvPr/>
        </p:nvSpPr>
        <p:spPr>
          <a:xfrm>
            <a:off x="362674" y="764420"/>
            <a:ext cx="8601712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10000"/>
                  </a:schemeClr>
                </a:solidFill>
              </a:rPr>
              <a:t>OBJECTIVE:</a:t>
            </a:r>
          </a:p>
          <a:p>
            <a:endParaRPr lang="en-IN" sz="2400" dirty="0">
              <a:solidFill>
                <a:schemeClr val="accent6">
                  <a:lumMod val="10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accent6">
                    <a:lumMod val="10000"/>
                  </a:schemeClr>
                </a:solidFill>
              </a:rPr>
              <a:t>To explore a large </a:t>
            </a:r>
            <a:r>
              <a:rPr lang="en-US" sz="2400" b="1" dirty="0">
                <a:solidFill>
                  <a:schemeClr val="accent6">
                    <a:lumMod val="10000"/>
                  </a:schemeClr>
                </a:solidFill>
              </a:rPr>
              <a:t>Spotify track </a:t>
            </a:r>
            <a:r>
              <a:rPr lang="en-US" sz="2400" dirty="0">
                <a:solidFill>
                  <a:schemeClr val="accent6">
                    <a:lumMod val="10000"/>
                  </a:schemeClr>
                </a:solidFill>
              </a:rPr>
              <a:t>dataset using data analysis.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accent6">
                  <a:lumMod val="10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accent6">
                    <a:lumMod val="10000"/>
                  </a:schemeClr>
                </a:solidFill>
              </a:rPr>
              <a:t>To understand how </a:t>
            </a:r>
            <a:r>
              <a:rPr lang="en-US" sz="2400" b="1" dirty="0">
                <a:solidFill>
                  <a:schemeClr val="accent6">
                    <a:lumMod val="10000"/>
                  </a:schemeClr>
                </a:solidFill>
              </a:rPr>
              <a:t>audio features </a:t>
            </a:r>
            <a:r>
              <a:rPr lang="en-IN" sz="2400" dirty="0"/>
              <a:t>(danceability, energy, tempo, etc.) are distributed.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IN" sz="2400" dirty="0">
              <a:solidFill>
                <a:schemeClr val="accent6">
                  <a:lumMod val="10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To study how these features related to </a:t>
            </a:r>
            <a:r>
              <a:rPr lang="en-US" sz="2400" b="1" dirty="0"/>
              <a:t>track popularity</a:t>
            </a:r>
            <a:r>
              <a:rPr lang="en-US" sz="24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accent6">
                  <a:lumMod val="10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To identify patterns and insights useful for </a:t>
            </a:r>
            <a:r>
              <a:rPr lang="en-US" sz="2400" b="1" dirty="0"/>
              <a:t>music recommendation / understanding trends</a:t>
            </a:r>
            <a:r>
              <a:rPr lang="en-US" sz="2400" dirty="0"/>
              <a:t>.</a:t>
            </a:r>
            <a:endParaRPr lang="en-US" sz="2400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6810239-89EC-926F-3346-51EDE6291ACF}"/>
              </a:ext>
            </a:extLst>
          </p:cNvPr>
          <p:cNvSpPr txBox="1"/>
          <p:nvPr/>
        </p:nvSpPr>
        <p:spPr>
          <a:xfrm>
            <a:off x="718458" y="519108"/>
            <a:ext cx="55245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u="sng" dirty="0"/>
              <a:t>DATASET DESCRIPTION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8D9D9A-7EB3-3AEE-68C1-2BC693A37EC5}"/>
              </a:ext>
            </a:extLst>
          </p:cNvPr>
          <p:cNvSpPr txBox="1"/>
          <p:nvPr/>
        </p:nvSpPr>
        <p:spPr>
          <a:xfrm>
            <a:off x="734787" y="1289957"/>
            <a:ext cx="876844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400" b="1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IN" sz="2400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IN" dirty="0"/>
          </a:p>
          <a:p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6124A3-B35D-F9E7-EB51-902B42C74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458" y="2225856"/>
            <a:ext cx="1220832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tracks (rows):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62,317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</a:t>
            </a:r>
            <a:r>
              <a:rPr lang="en-US" altLang="en-US" sz="2000" dirty="0">
                <a:latin typeface="Arial" panose="020B0604020202020204" pitchFamily="34" charset="0"/>
              </a:rPr>
              <a:t>attributes 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columns):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22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Contains: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 &amp; artist information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Audio feature scores (0–1 scale mostly)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Popularity score (0–100)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 &amp; language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8BE22B-4DB2-9E90-E4BC-B0FC641016E2}"/>
              </a:ext>
            </a:extLst>
          </p:cNvPr>
          <p:cNvSpPr txBox="1"/>
          <p:nvPr/>
        </p:nvSpPr>
        <p:spPr>
          <a:xfrm>
            <a:off x="473529" y="293914"/>
            <a:ext cx="103818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Baskerville Old Face" panose="02020602080505020303" pitchFamily="18" charset="0"/>
              </a:rPr>
              <a:t>BASIC UNDERSTANDING OF THE DATASET </a:t>
            </a:r>
            <a:endParaRPr lang="en-IN" sz="3200" b="1" dirty="0">
              <a:latin typeface="Baskerville Old Face" panose="020206020805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F5BE0B-E6D5-CF23-5563-84708928D2AE}"/>
              </a:ext>
            </a:extLst>
          </p:cNvPr>
          <p:cNvSpPr txBox="1"/>
          <p:nvPr/>
        </p:nvSpPr>
        <p:spPr>
          <a:xfrm>
            <a:off x="473529" y="1598702"/>
            <a:ext cx="10515600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800" b="1" dirty="0"/>
              <a:t>🎼 </a:t>
            </a:r>
            <a:r>
              <a:rPr lang="en-US" sz="2800" b="1" dirty="0">
                <a:solidFill>
                  <a:srgbClr val="00B0F0"/>
                </a:solidFill>
                <a:latin typeface="+mj-lt"/>
              </a:rPr>
              <a:t>Categorical Columns:</a:t>
            </a:r>
          </a:p>
          <a:p>
            <a:pPr>
              <a:buNone/>
            </a:pP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Agency FB" panose="020B0503020202020204" pitchFamily="34" charset="0"/>
              </a:rPr>
              <a:t>track_id</a:t>
            </a:r>
            <a:r>
              <a:rPr lang="en-US" sz="2400" dirty="0">
                <a:latin typeface="Agency FB" panose="020B0503020202020204" pitchFamily="34" charset="0"/>
              </a:rPr>
              <a:t> </a:t>
            </a:r>
            <a:r>
              <a:rPr lang="en-US" sz="2400" dirty="0"/>
              <a:t>– Unique identifier for each track in Spotify.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Agency FB" panose="020B0503020202020204" pitchFamily="34" charset="0"/>
              </a:rPr>
              <a:t>track_name</a:t>
            </a:r>
            <a:r>
              <a:rPr lang="en-US" sz="2400" dirty="0"/>
              <a:t> – Name/title of the song.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Agency FB" panose="020B0503020202020204" pitchFamily="34" charset="0"/>
              </a:rPr>
              <a:t>artist_name</a:t>
            </a:r>
            <a:r>
              <a:rPr lang="en-US" sz="2400" dirty="0">
                <a:latin typeface="Agency FB" panose="020B0503020202020204" pitchFamily="34" charset="0"/>
              </a:rPr>
              <a:t> </a:t>
            </a:r>
            <a:r>
              <a:rPr lang="en-US" sz="2400" dirty="0"/>
              <a:t>– Name of the performing artist(s).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Agency FB" panose="020B0503020202020204" pitchFamily="34" charset="0"/>
              </a:rPr>
              <a:t>album_name</a:t>
            </a:r>
            <a:r>
              <a:rPr lang="en-US" sz="2400" dirty="0">
                <a:latin typeface="Agency FB" panose="020B0503020202020204" pitchFamily="34" charset="0"/>
              </a:rPr>
              <a:t> </a:t>
            </a:r>
            <a:r>
              <a:rPr lang="en-US" sz="2400" dirty="0"/>
              <a:t>– Album to which the track belongs.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Agency FB" panose="020B0503020202020204" pitchFamily="34" charset="0"/>
              </a:rPr>
              <a:t>track_url</a:t>
            </a:r>
            <a:r>
              <a:rPr lang="en-US" sz="2400" dirty="0">
                <a:latin typeface="Agency FB" panose="020B0503020202020204" pitchFamily="34" charset="0"/>
              </a:rPr>
              <a:t> </a:t>
            </a:r>
            <a:r>
              <a:rPr lang="en-US" sz="2400" dirty="0"/>
              <a:t>– Direct URL link to play the track on Spotify.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Agency FB" panose="020B0503020202020204" pitchFamily="34" charset="0"/>
              </a:rPr>
              <a:t>artwork_url</a:t>
            </a:r>
            <a:r>
              <a:rPr lang="en-US" sz="2400" dirty="0">
                <a:latin typeface="Agency FB" panose="020B0503020202020204" pitchFamily="34" charset="0"/>
              </a:rPr>
              <a:t> </a:t>
            </a:r>
            <a:r>
              <a:rPr lang="en-US" sz="2400" dirty="0"/>
              <a:t>– URL for the album or track cover art.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gency FB" panose="020B0503020202020204" pitchFamily="34" charset="0"/>
              </a:rPr>
              <a:t>year</a:t>
            </a:r>
            <a:r>
              <a:rPr lang="en-US" sz="2400" dirty="0"/>
              <a:t> – Release year of the track.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gency FB" panose="020B0503020202020204" pitchFamily="34" charset="0"/>
              </a:rPr>
              <a:t>language</a:t>
            </a:r>
            <a:r>
              <a:rPr lang="en-US" sz="2400" dirty="0"/>
              <a:t> – Primary language of the track’s lyrics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9045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23A852B-A50C-55E4-1933-A3944B9020ED}"/>
              </a:ext>
            </a:extLst>
          </p:cNvPr>
          <p:cNvSpPr txBox="1"/>
          <p:nvPr/>
        </p:nvSpPr>
        <p:spPr>
          <a:xfrm>
            <a:off x="310243" y="261257"/>
            <a:ext cx="11070771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  <a:latin typeface="+mj-lt"/>
              </a:rPr>
              <a:t>🎧</a:t>
            </a:r>
            <a:r>
              <a:rPr lang="en-US" sz="2800" b="1" dirty="0">
                <a:latin typeface="+mj-lt"/>
              </a:rPr>
              <a:t> </a:t>
            </a:r>
            <a:r>
              <a:rPr lang="en-US" sz="2800" b="1" dirty="0">
                <a:solidFill>
                  <a:srgbClr val="00B0F0"/>
                </a:solidFill>
                <a:latin typeface="+mj-lt"/>
              </a:rPr>
              <a:t>Audio &amp; Numeric features:</a:t>
            </a:r>
          </a:p>
          <a:p>
            <a:endParaRPr lang="en-US" sz="2800" b="1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gency FB" panose="020B0503020202020204" pitchFamily="34" charset="0"/>
              </a:rPr>
              <a:t>popularity</a:t>
            </a:r>
            <a:r>
              <a:rPr lang="en-US" sz="2000" dirty="0"/>
              <a:t> – Integer score (0–100) representing track audience engagement &amp; streams.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gency FB" panose="020B0503020202020204" pitchFamily="34" charset="0"/>
              </a:rPr>
              <a:t>danceability</a:t>
            </a:r>
            <a:r>
              <a:rPr lang="en-US" sz="2000" dirty="0">
                <a:latin typeface="Agency FB" panose="020B0503020202020204" pitchFamily="34" charset="0"/>
              </a:rPr>
              <a:t> </a:t>
            </a:r>
            <a:r>
              <a:rPr lang="en-US" sz="2000" dirty="0"/>
              <a:t>– How suitable a track is for dancing (-1 to 1) based on rhythm &amp; beat stability.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gency FB" panose="020B0503020202020204" pitchFamily="34" charset="0"/>
              </a:rPr>
              <a:t>energy</a:t>
            </a:r>
            <a:r>
              <a:rPr lang="en-US" sz="2000" dirty="0"/>
              <a:t> – Overall intensity and activity of the track (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Gill Sans Nova Light"/>
                <a:ea typeface="+mn-ea"/>
                <a:cs typeface="+mn-cs"/>
              </a:rPr>
              <a:t>-1 to 1</a:t>
            </a:r>
            <a:r>
              <a:rPr lang="en-US" sz="2000" dirty="0"/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Agency FB" panose="020B0503020202020204" pitchFamily="34" charset="0"/>
              </a:rPr>
              <a:t>acousticness</a:t>
            </a:r>
            <a:r>
              <a:rPr lang="en-US" sz="2000" dirty="0"/>
              <a:t> – Probability that a track is acoustic, i.e., not electronic or heavily produced.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Agency FB" panose="020B0503020202020204" pitchFamily="34" charset="0"/>
              </a:rPr>
              <a:t>instrumentalness</a:t>
            </a:r>
            <a:r>
              <a:rPr lang="en-US" sz="2000" dirty="0"/>
              <a:t> – Likelihood that a track has no vocals (-1 to 1).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gency FB" panose="020B0503020202020204" pitchFamily="34" charset="0"/>
              </a:rPr>
              <a:t>loudness</a:t>
            </a:r>
            <a:r>
              <a:rPr lang="en-US" sz="2000" dirty="0"/>
              <a:t> – Decibel measure of track loudness (range ~ −60 to 0).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Agency FB" panose="020B0503020202020204" pitchFamily="34" charset="0"/>
              </a:rPr>
              <a:t>speechiness</a:t>
            </a:r>
            <a:r>
              <a:rPr lang="en-US" sz="2000" dirty="0"/>
              <a:t> – Presence of spoken words in the track (speech-like content).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gency FB" panose="020B0503020202020204" pitchFamily="34" charset="0"/>
              </a:rPr>
              <a:t>liveness</a:t>
            </a:r>
            <a:r>
              <a:rPr lang="en-US" sz="2000" dirty="0"/>
              <a:t> – Detects the presence of audience in the recording. (-1 to 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gency FB" panose="020B0503020202020204" pitchFamily="34" charset="0"/>
              </a:rPr>
              <a:t>valence</a:t>
            </a:r>
            <a:r>
              <a:rPr lang="en-US" sz="2000" dirty="0"/>
              <a:t> – Positivity of the musical mood (happy vs sad sounding).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gency FB" panose="020B0503020202020204" pitchFamily="34" charset="0"/>
              </a:rPr>
              <a:t>tempo</a:t>
            </a:r>
            <a:r>
              <a:rPr lang="en-US" sz="2000" dirty="0"/>
              <a:t> – Beats per minute (BPM), rhythm pace of the song.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Agency FB" panose="020B0503020202020204" pitchFamily="34" charset="0"/>
              </a:rPr>
              <a:t>duration_ms</a:t>
            </a:r>
            <a:r>
              <a:rPr lang="en-US" sz="2000" dirty="0"/>
              <a:t> – Length of the track in milliseconds.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gency FB" panose="020B0503020202020204" pitchFamily="34" charset="0"/>
              </a:rPr>
              <a:t>key</a:t>
            </a:r>
            <a:r>
              <a:rPr lang="en-US" sz="2000" dirty="0"/>
              <a:t> – The key the track is in . 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gency FB" panose="020B0503020202020204" pitchFamily="34" charset="0"/>
              </a:rPr>
              <a:t>mode</a:t>
            </a:r>
            <a:r>
              <a:rPr lang="en-US" sz="2000" dirty="0"/>
              <a:t> – Musical mode: major (1) or minor (0).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Agency FB" panose="020B0503020202020204" pitchFamily="34" charset="0"/>
              </a:rPr>
              <a:t>time_signature</a:t>
            </a:r>
            <a:r>
              <a:rPr lang="en-US" sz="2000" dirty="0">
                <a:latin typeface="Agency FB" panose="020B0503020202020204" pitchFamily="34" charset="0"/>
              </a:rPr>
              <a:t> </a:t>
            </a:r>
            <a:r>
              <a:rPr lang="en-US" sz="2000" dirty="0"/>
              <a:t>– Estimated beats per bar.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0113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06EE801-16DD-5503-7272-3E0652CA4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17" y="1749888"/>
            <a:ext cx="2838846" cy="26673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7E37E5D-6A73-B675-3FF5-1A617776D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9450" y="707980"/>
            <a:ext cx="2415798" cy="411772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D4CBEA5-54E3-740F-2945-AEF20B22E998}"/>
              </a:ext>
            </a:extLst>
          </p:cNvPr>
          <p:cNvSpPr txBox="1"/>
          <p:nvPr/>
        </p:nvSpPr>
        <p:spPr>
          <a:xfrm>
            <a:off x="321045" y="115747"/>
            <a:ext cx="7584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Arial Black" panose="020B0A04020102020204" pitchFamily="34" charset="0"/>
              </a:rPr>
              <a:t>DEEPER LOOK AT THE DATASET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9430963-C583-FABE-8CBE-021675EE13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217" y="3481377"/>
            <a:ext cx="3486637" cy="72400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BADAD18-ACDF-6FE2-607E-D6737BF5AA95}"/>
              </a:ext>
            </a:extLst>
          </p:cNvPr>
          <p:cNvSpPr txBox="1"/>
          <p:nvPr/>
        </p:nvSpPr>
        <p:spPr>
          <a:xfrm>
            <a:off x="321045" y="1076446"/>
            <a:ext cx="4181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Initial shape of the dataset (rows x columns)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320E97-4EAF-C9E8-B15B-0C381D225E57}"/>
              </a:ext>
            </a:extLst>
          </p:cNvPr>
          <p:cNvSpPr txBox="1"/>
          <p:nvPr/>
        </p:nvSpPr>
        <p:spPr>
          <a:xfrm>
            <a:off x="321045" y="2673487"/>
            <a:ext cx="5408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Removing the duplicates based on </a:t>
            </a:r>
            <a:r>
              <a:rPr lang="en-IN" b="1" dirty="0" err="1"/>
              <a:t>track_id</a:t>
            </a:r>
            <a:endParaRPr lang="en-IN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C2E804-5B30-08A1-927A-343516611DB6}"/>
              </a:ext>
            </a:extLst>
          </p:cNvPr>
          <p:cNvSpPr txBox="1"/>
          <p:nvPr/>
        </p:nvSpPr>
        <p:spPr>
          <a:xfrm>
            <a:off x="8779443" y="-109448"/>
            <a:ext cx="4583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b="1" dirty="0"/>
              <a:t>Columns and their datatypes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75BF39-4B83-480E-1E76-5E2953913D4A}"/>
              </a:ext>
            </a:extLst>
          </p:cNvPr>
          <p:cNvSpPr txBox="1"/>
          <p:nvPr/>
        </p:nvSpPr>
        <p:spPr>
          <a:xfrm>
            <a:off x="10385548" y="1445778"/>
            <a:ext cx="1916727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22 columns:</a:t>
            </a:r>
          </a:p>
          <a:p>
            <a:r>
              <a:rPr lang="en-IN" dirty="0"/>
              <a:t>13 floats</a:t>
            </a:r>
          </a:p>
          <a:p>
            <a:r>
              <a:rPr lang="en-IN" dirty="0"/>
              <a:t>2 integers</a:t>
            </a:r>
          </a:p>
          <a:p>
            <a:r>
              <a:rPr lang="en-IN" dirty="0"/>
              <a:t>7 objects</a:t>
            </a:r>
          </a:p>
          <a:p>
            <a:r>
              <a:rPr lang="en-IN" dirty="0"/>
              <a:t> 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A51B5F1-2D41-9760-49A2-37F898A036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278129"/>
            <a:ext cx="12192000" cy="131022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5FDD3CE-9FA2-F312-9565-CE453C5F2ED6}"/>
              </a:ext>
            </a:extLst>
          </p:cNvPr>
          <p:cNvSpPr txBox="1"/>
          <p:nvPr/>
        </p:nvSpPr>
        <p:spPr>
          <a:xfrm>
            <a:off x="103517" y="4682584"/>
            <a:ext cx="5796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First 5 rows of the dataset (head)</a:t>
            </a:r>
          </a:p>
        </p:txBody>
      </p:sp>
    </p:spTree>
    <p:extLst>
      <p:ext uri="{BB962C8B-B14F-4D97-AF65-F5344CB8AC3E}">
        <p14:creationId xmlns:p14="http://schemas.microsoft.com/office/powerpoint/2010/main" val="1854572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9615"/>
            <a:ext cx="3780430" cy="914400"/>
          </a:xfrm>
        </p:spPr>
        <p:txBody>
          <a:bodyPr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27D6E2-CE15-BA59-C93E-42CC994F3079}"/>
              </a:ext>
            </a:extLst>
          </p:cNvPr>
          <p:cNvSpPr txBox="1"/>
          <p:nvPr/>
        </p:nvSpPr>
        <p:spPr>
          <a:xfrm>
            <a:off x="247122" y="344427"/>
            <a:ext cx="4597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>
                <a:latin typeface="Arial Rounded MT Bold" panose="020F0704030504030204" pitchFamily="34" charset="0"/>
              </a:rPr>
              <a:t>Univariate Analysis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080A6E-A399-1734-730A-4DB0D2565E4F}"/>
              </a:ext>
            </a:extLst>
          </p:cNvPr>
          <p:cNvSpPr txBox="1"/>
          <p:nvPr/>
        </p:nvSpPr>
        <p:spPr>
          <a:xfrm>
            <a:off x="335666" y="1094015"/>
            <a:ext cx="48266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What is Univariate Analysis?</a:t>
            </a:r>
          </a:p>
          <a:p>
            <a:endParaRPr lang="en-US" dirty="0"/>
          </a:p>
          <a:p>
            <a:r>
              <a:rPr lang="en-US" dirty="0"/>
              <a:t>Univariate analysis examines a single variable at a time to understand its individual distribution, range, and statistical behavior.</a:t>
            </a:r>
          </a:p>
          <a:p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294E0C-9755-62EC-4A57-1F053AA4FACE}"/>
              </a:ext>
            </a:extLst>
          </p:cNvPr>
          <p:cNvSpPr txBox="1"/>
          <p:nvPr/>
        </p:nvSpPr>
        <p:spPr>
          <a:xfrm>
            <a:off x="3391382" y="4206836"/>
            <a:ext cx="712421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>
              <a:buFont typeface="Wingdings" panose="05000000000000000000" pitchFamily="2" charset="2"/>
              <a:buChar char="q"/>
            </a:pPr>
            <a:r>
              <a:rPr lang="en-US" dirty="0">
                <a:latin typeface="Bahnschrift Light Condensed" panose="020B0502040204020203" pitchFamily="34" charset="0"/>
              </a:rPr>
              <a:t>study how each variable behaves independently using descriptive statistics.</a:t>
            </a:r>
          </a:p>
          <a:p>
            <a:pPr marL="285750" indent="-285750" algn="r">
              <a:buFont typeface="Wingdings" panose="05000000000000000000" pitchFamily="2" charset="2"/>
              <a:buChar char="q"/>
            </a:pPr>
            <a:endParaRPr lang="en-US" dirty="0">
              <a:latin typeface="Bahnschrift Light Condensed" panose="020B0502040204020203" pitchFamily="34" charset="0"/>
            </a:endParaRPr>
          </a:p>
          <a:p>
            <a:pPr marL="285750" indent="-285750" algn="r">
              <a:buFont typeface="Wingdings" panose="05000000000000000000" pitchFamily="2" charset="2"/>
              <a:buChar char="q"/>
            </a:pPr>
            <a:r>
              <a:rPr lang="en-US" dirty="0">
                <a:latin typeface="Bahnschrift Light Condensed" panose="020B0502040204020203" pitchFamily="34" charset="0"/>
              </a:rPr>
              <a:t>visualize numerical features using histograms, boxplots, and distribution graphs.</a:t>
            </a:r>
          </a:p>
          <a:p>
            <a:pPr marL="285750" indent="-285750" algn="r">
              <a:buFont typeface="Wingdings" panose="05000000000000000000" pitchFamily="2" charset="2"/>
              <a:buChar char="q"/>
            </a:pPr>
            <a:endParaRPr lang="en-US" dirty="0">
              <a:latin typeface="Bahnschrift Light Condensed" panose="020B0502040204020203" pitchFamily="34" charset="0"/>
            </a:endParaRPr>
          </a:p>
          <a:p>
            <a:pPr marL="285750" indent="-285750" algn="r">
              <a:buFont typeface="Wingdings" panose="05000000000000000000" pitchFamily="2" charset="2"/>
              <a:buChar char="q"/>
            </a:pPr>
            <a:r>
              <a:rPr lang="en-US" dirty="0">
                <a:latin typeface="Bahnschrift Light Condensed" panose="020B0502040204020203" pitchFamily="34" charset="0"/>
              </a:rPr>
              <a:t>interpret each feature’s spread using metrics like mean, median, quartiles, and range.</a:t>
            </a:r>
          </a:p>
          <a:p>
            <a:pPr marL="285750" indent="-285750" algn="r">
              <a:buFont typeface="Wingdings" panose="05000000000000000000" pitchFamily="2" charset="2"/>
              <a:buChar char="q"/>
            </a:pPr>
            <a:endParaRPr lang="en-US" dirty="0">
              <a:latin typeface="Bahnschrift Light Condensed" panose="020B0502040204020203" pitchFamily="34" charset="0"/>
            </a:endParaRPr>
          </a:p>
          <a:p>
            <a:pPr marL="285750" indent="-285750" algn="r">
              <a:buFont typeface="Wingdings" panose="05000000000000000000" pitchFamily="2" charset="2"/>
              <a:buChar char="q"/>
            </a:pPr>
            <a:r>
              <a:rPr lang="en-US" dirty="0">
                <a:latin typeface="Bahnschrift Light Condensed" panose="020B0502040204020203" pitchFamily="34" charset="0"/>
              </a:rPr>
              <a:t>identify skewness, outliers, and concentration ranges for each attribute</a:t>
            </a:r>
            <a:r>
              <a:rPr lang="en-US" dirty="0"/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EA985C-FD2C-5FED-BE6D-F76BA9C8E460}"/>
              </a:ext>
            </a:extLst>
          </p:cNvPr>
          <p:cNvSpPr txBox="1"/>
          <p:nvPr/>
        </p:nvSpPr>
        <p:spPr>
          <a:xfrm>
            <a:off x="6383437" y="3551267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Arial Black" panose="020B0A04020102020204" pitchFamily="34" charset="0"/>
              </a:rPr>
              <a:t>In the upcoming slides we will:</a:t>
            </a:r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B1DBC-0C4B-D3E2-5167-0B2EA2A22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7B1E78D8-BFEE-7D46-5953-F340D6DF4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9615"/>
            <a:ext cx="3780430" cy="914400"/>
          </a:xfrm>
        </p:spPr>
        <p:txBody>
          <a:bodyPr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68AF8D-B02E-3EDA-02C1-B2B8FAA68F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A5EF90-711E-E2E2-5713-7A80F105B0FB}"/>
              </a:ext>
            </a:extLst>
          </p:cNvPr>
          <p:cNvSpPr txBox="1"/>
          <p:nvPr/>
        </p:nvSpPr>
        <p:spPr>
          <a:xfrm>
            <a:off x="247122" y="344427"/>
            <a:ext cx="4597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Arial Rounded MT Bold" panose="020F0704030504030204" pitchFamily="34" charset="0"/>
              </a:rPr>
              <a:t>Statistical Data…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8141C6-BEEB-6DB6-5393-A83027152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21" y="1179420"/>
            <a:ext cx="3610479" cy="23815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C4D802-A9E3-8AEB-2039-B68EEF9191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9999" y="1179420"/>
            <a:ext cx="2953162" cy="24006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340AD13-EC80-4D48-ECB5-52639066C1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5576" y="1154978"/>
            <a:ext cx="3200847" cy="245779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1A4E9B5-C3E5-ECDF-87D8-15BCFDEBAD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993" y="4003329"/>
            <a:ext cx="3200847" cy="238158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ABD2B55-DB97-3200-1120-E3807F3CDD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5576" y="4089751"/>
            <a:ext cx="3581900" cy="232442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E6DAF68-BE3D-D520-5602-3061D24AEC66}"/>
              </a:ext>
            </a:extLst>
          </p:cNvPr>
          <p:cNvSpPr txBox="1"/>
          <p:nvPr/>
        </p:nvSpPr>
        <p:spPr>
          <a:xfrm>
            <a:off x="8857395" y="5490845"/>
            <a:ext cx="26328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Lets try to understand the data more deeply by visualisation </a:t>
            </a:r>
            <a:r>
              <a:rPr lang="en-IN" b="1" dirty="0">
                <a:sym typeface="Wingdings" panose="05000000000000000000" pitchFamily="2" charset="2"/>
              </a:rPr>
              <a:t>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014281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83374-83BB-A18A-5E3C-F814490A3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8BFF54-1B07-4FCE-1A74-1D5D3F1EE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73BFFA-1784-7490-ADCC-7EB82AEFFB56}"/>
              </a:ext>
            </a:extLst>
          </p:cNvPr>
          <p:cNvSpPr txBox="1"/>
          <p:nvPr/>
        </p:nvSpPr>
        <p:spPr>
          <a:xfrm>
            <a:off x="357232" y="307806"/>
            <a:ext cx="4255711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Popularity Scores</a:t>
            </a:r>
          </a:p>
          <a:p>
            <a:endParaRPr lang="en-IN" sz="2800" dirty="0">
              <a:latin typeface="Arial Black" panose="020B0A04020102020204" pitchFamily="34" charset="0"/>
            </a:endParaRPr>
          </a:p>
          <a:p>
            <a:r>
              <a:rPr lang="en-US" dirty="0"/>
              <a:t>The popularity score indicates how widely a song is listened to</a:t>
            </a:r>
          </a:p>
          <a:p>
            <a:endParaRPr lang="en-IN" sz="2800" dirty="0">
              <a:latin typeface="Arial Black" panose="020B0A040201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DC38A2-27F0-DAF0-B74C-A8B4CE1D64D5}"/>
              </a:ext>
            </a:extLst>
          </p:cNvPr>
          <p:cNvSpPr txBox="1"/>
          <p:nvPr/>
        </p:nvSpPr>
        <p:spPr>
          <a:xfrm>
            <a:off x="7919357" y="1812471"/>
            <a:ext cx="38481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distribution is heavily skewed, meaning only a small portion of songs achieve very high popularity.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Median popularity is low, which suggests that the majority of tracks receive limited engagement.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shows that on Spotify, a few viral songs dominate listener attention.</a:t>
            </a:r>
          </a:p>
          <a:p>
            <a:endParaRPr lang="en-IN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4097F1ED-0F46-1CD0-554A-C617C3CA3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32" y="1812471"/>
            <a:ext cx="7467600" cy="461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920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7646DD-668F-A033-D8FF-8E5E5F894802}"/>
              </a:ext>
            </a:extLst>
          </p:cNvPr>
          <p:cNvSpPr txBox="1"/>
          <p:nvPr/>
        </p:nvSpPr>
        <p:spPr>
          <a:xfrm>
            <a:off x="272265" y="92898"/>
            <a:ext cx="692307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accent6">
                    <a:lumMod val="10000"/>
                  </a:schemeClr>
                </a:solidFill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Danceability</a:t>
            </a:r>
          </a:p>
          <a:p>
            <a:endParaRPr lang="en-IN" sz="3200" dirty="0">
              <a:solidFill>
                <a:schemeClr val="accent6">
                  <a:lumMod val="10000"/>
                </a:schemeClr>
              </a:solidFill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</a:rPr>
              <a:t>Danceability reflects how suitable a track is for dancing — based on rhythm stability &amp; beat strength</a:t>
            </a:r>
            <a:endParaRPr lang="en-IN" b="1" dirty="0">
              <a:solidFill>
                <a:srgbClr val="000000"/>
              </a:solidFill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7B27601-69D3-246B-A525-71A778CD1C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24114"/>
            <a:ext cx="7467600" cy="461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30D4FC-3452-5DA3-A537-7FF76B722061}"/>
              </a:ext>
            </a:extLst>
          </p:cNvPr>
          <p:cNvSpPr txBox="1"/>
          <p:nvPr/>
        </p:nvSpPr>
        <p:spPr>
          <a:xfrm>
            <a:off x="8095376" y="1724114"/>
            <a:ext cx="365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10000"/>
                  </a:schemeClr>
                </a:solidFill>
              </a:rPr>
              <a:t>Most songs have </a:t>
            </a:r>
            <a:r>
              <a:rPr lang="en-US" b="1" dirty="0">
                <a:solidFill>
                  <a:schemeClr val="accent6">
                    <a:lumMod val="10000"/>
                  </a:schemeClr>
                </a:solidFill>
              </a:rPr>
              <a:t>moderate-to-high</a:t>
            </a:r>
            <a:r>
              <a:rPr lang="en-US" dirty="0">
                <a:solidFill>
                  <a:schemeClr val="accent6">
                    <a:lumMod val="10000"/>
                  </a:schemeClr>
                </a:solidFill>
              </a:rPr>
              <a:t> danceability </a:t>
            </a:r>
            <a:r>
              <a:rPr lang="en-US" b="1" dirty="0">
                <a:solidFill>
                  <a:schemeClr val="accent6">
                    <a:lumMod val="10000"/>
                  </a:schemeClr>
                </a:solidFill>
              </a:rPr>
              <a:t>(0.5–0.8)</a:t>
            </a:r>
            <a:r>
              <a:rPr lang="en-US" dirty="0">
                <a:solidFill>
                  <a:schemeClr val="accent6">
                    <a:lumMod val="10000"/>
                  </a:schemeClr>
                </a:solidFill>
              </a:rPr>
              <a:t>, showing Spotify’s library favors rhythm-driven and upbeat tracks</a:t>
            </a:r>
            <a:endParaRPr lang="en-IN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C2E08C-6BCC-8009-569F-765FBAA01723}"/>
              </a:ext>
            </a:extLst>
          </p:cNvPr>
          <p:cNvSpPr txBox="1"/>
          <p:nvPr/>
        </p:nvSpPr>
        <p:spPr>
          <a:xfrm>
            <a:off x="8095376" y="3334855"/>
            <a:ext cx="34059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10000"/>
                  </a:schemeClr>
                </a:solidFill>
              </a:rPr>
              <a:t>Very </a:t>
            </a:r>
            <a:r>
              <a:rPr lang="en-US" b="1" dirty="0">
                <a:solidFill>
                  <a:schemeClr val="accent6">
                    <a:lumMod val="10000"/>
                  </a:schemeClr>
                </a:solidFill>
              </a:rPr>
              <a:t>few tracks </a:t>
            </a:r>
            <a:r>
              <a:rPr lang="en-US" dirty="0">
                <a:solidFill>
                  <a:schemeClr val="accent6">
                    <a:lumMod val="10000"/>
                  </a:schemeClr>
                </a:solidFill>
              </a:rPr>
              <a:t>have extremely low danceability </a:t>
            </a:r>
            <a:r>
              <a:rPr lang="en-US" b="1" dirty="0">
                <a:solidFill>
                  <a:schemeClr val="accent6">
                    <a:lumMod val="10000"/>
                  </a:schemeClr>
                </a:solidFill>
              </a:rPr>
              <a:t>(&lt; 0.3), </a:t>
            </a:r>
            <a:r>
              <a:rPr lang="en-US" dirty="0">
                <a:solidFill>
                  <a:schemeClr val="accent6">
                    <a:lumMod val="10000"/>
                  </a:schemeClr>
                </a:solidFill>
              </a:rPr>
              <a:t>meaning most songs possess some rhythmic flow or beat alignment.</a:t>
            </a:r>
            <a:endParaRPr lang="en-IN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CD347A-A88F-E3F6-BE76-8040391574E8}"/>
              </a:ext>
            </a:extLst>
          </p:cNvPr>
          <p:cNvSpPr txBox="1"/>
          <p:nvPr/>
        </p:nvSpPr>
        <p:spPr>
          <a:xfrm>
            <a:off x="8095376" y="4856886"/>
            <a:ext cx="33220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peak density around </a:t>
            </a:r>
            <a:r>
              <a:rPr lang="en-US" b="1" dirty="0"/>
              <a:t>0.6–0.7</a:t>
            </a:r>
            <a:r>
              <a:rPr lang="en-US" dirty="0"/>
              <a:t> suggests Spotify’s catalog leans toward tracks suitable </a:t>
            </a:r>
            <a:r>
              <a:rPr lang="en-US" b="1" dirty="0"/>
              <a:t>for casual or upbeat listening </a:t>
            </a:r>
            <a:r>
              <a:rPr lang="en-US" dirty="0"/>
              <a:t>rather than purely acoustic or spoken content.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41" y="355329"/>
            <a:ext cx="5973659" cy="1282402"/>
          </a:xfrm>
        </p:spPr>
        <p:txBody>
          <a:bodyPr/>
          <a:lstStyle/>
          <a:p>
            <a:r>
              <a:rPr lang="en-US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Energy Levels</a:t>
            </a:r>
            <a:br>
              <a:rPr lang="en-US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</a:br>
            <a:br>
              <a:rPr lang="en-US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800" dirty="0"/>
              <a:t>Energy measures intensity and activity — higher values sound stronger and more powerful</a:t>
            </a:r>
            <a:endParaRPr lang="en-US" sz="1800" dirty="0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4143DED-44A1-7D6A-B035-0CD0D387F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73013"/>
            <a:ext cx="5648325" cy="447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F0CA48-DC66-2090-5ABB-B25BEA676A90}"/>
              </a:ext>
            </a:extLst>
          </p:cNvPr>
          <p:cNvSpPr txBox="1"/>
          <p:nvPr/>
        </p:nvSpPr>
        <p:spPr>
          <a:xfrm>
            <a:off x="6394435" y="1065960"/>
            <a:ext cx="538842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6">
                    <a:lumMod val="10000"/>
                  </a:schemeClr>
                </a:solidFill>
              </a:rPr>
              <a:t>The energy  level ranges are as follows :</a:t>
            </a:r>
          </a:p>
          <a:p>
            <a:r>
              <a:rPr lang="en-IN" dirty="0">
                <a:solidFill>
                  <a:srgbClr val="637700"/>
                </a:solidFill>
              </a:rPr>
              <a:t>Low Energy : 0 – 0.33</a:t>
            </a:r>
          </a:p>
          <a:p>
            <a:r>
              <a:rPr lang="en-IN" dirty="0">
                <a:solidFill>
                  <a:srgbClr val="637700"/>
                </a:solidFill>
              </a:rPr>
              <a:t>Medium Energy : 0.34 – 0.66</a:t>
            </a:r>
          </a:p>
          <a:p>
            <a:r>
              <a:rPr lang="en-IN" dirty="0">
                <a:solidFill>
                  <a:srgbClr val="637700"/>
                </a:solidFill>
              </a:rPr>
              <a:t>High Energy : 0.67 – 1.00</a:t>
            </a:r>
          </a:p>
          <a:p>
            <a:endParaRPr lang="en-IN" dirty="0"/>
          </a:p>
          <a:p>
            <a:endParaRPr lang="en-IN" b="1" dirty="0"/>
          </a:p>
          <a:p>
            <a:r>
              <a:rPr lang="en-US" b="1" dirty="0">
                <a:solidFill>
                  <a:srgbClr val="000000"/>
                </a:solidFill>
              </a:rPr>
              <a:t>High Energy (0.67–1.00) dominates</a:t>
            </a:r>
            <a:r>
              <a:rPr lang="en-US" dirty="0">
                <a:solidFill>
                  <a:srgbClr val="000000"/>
                </a:solidFill>
              </a:rPr>
              <a:t>, comprising the majority of tracks, suggesting Spotify has a strong focus on balanced, moderately intense songs suitable for casual listening.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b="1" dirty="0">
                <a:solidFill>
                  <a:srgbClr val="000000"/>
                </a:solidFill>
              </a:rPr>
              <a:t>Low Energy (0.00–0.33) is the smallest </a:t>
            </a:r>
            <a:r>
              <a:rPr lang="en-US" dirty="0">
                <a:solidFill>
                  <a:srgbClr val="000000"/>
                </a:solidFill>
              </a:rPr>
              <a:t>slice, indicating that very few tracks are calm, acoustic, or mellow.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endParaRPr lang="en-US" dirty="0">
              <a:solidFill>
                <a:srgbClr val="00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0000"/>
                </a:solidFill>
              </a:rPr>
              <a:t>Most Spotify tracks have </a:t>
            </a:r>
            <a:r>
              <a:rPr lang="en-US" b="1" dirty="0">
                <a:solidFill>
                  <a:srgbClr val="000000"/>
                </a:solidFill>
              </a:rPr>
              <a:t>high energy</a:t>
            </a:r>
            <a:r>
              <a:rPr lang="en-US" dirty="0">
                <a:solidFill>
                  <a:srgbClr val="000000"/>
                </a:solidFill>
              </a:rPr>
              <a:t>, with fewer high-energy songs and very few low-energy tracks, reflecting a bias toward </a:t>
            </a:r>
            <a:r>
              <a:rPr lang="en-US" b="1" dirty="0">
                <a:solidFill>
                  <a:srgbClr val="000000"/>
                </a:solidFill>
              </a:rPr>
              <a:t>engaging and upbeat music</a:t>
            </a:r>
            <a:r>
              <a:rPr lang="en-US" dirty="0">
                <a:solidFill>
                  <a:srgbClr val="000000"/>
                </a:solidFill>
              </a:rPr>
              <a:t>.</a:t>
            </a:r>
            <a:endParaRPr lang="en-I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C4621-4666-7EAA-A66D-F8ED4F726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88" y="81887"/>
            <a:ext cx="4830417" cy="1458295"/>
          </a:xfrm>
        </p:spPr>
        <p:txBody>
          <a:bodyPr/>
          <a:lstStyle/>
          <a:p>
            <a:r>
              <a:rPr lang="en-IN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Valence  </a:t>
            </a:r>
            <a:br>
              <a:rPr lang="en-IN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</a:br>
            <a:br>
              <a:rPr lang="en-IN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800" dirty="0"/>
              <a:t>Valence measures how happy or positive the song sounds</a:t>
            </a:r>
            <a:endParaRPr lang="en-IN" sz="1800" dirty="0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1F1200-6D4A-DB83-9D96-84BD8BF18B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39E2A8D8-26EB-B96F-AC35-606843216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30615"/>
            <a:ext cx="6241774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F4C7BC-5440-463B-3F07-B67C5A1E07C1}"/>
              </a:ext>
            </a:extLst>
          </p:cNvPr>
          <p:cNvSpPr txBox="1"/>
          <p:nvPr/>
        </p:nvSpPr>
        <p:spPr>
          <a:xfrm>
            <a:off x="6741994" y="2408287"/>
            <a:ext cx="47084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observe songs spread mainly across 0 to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Very negligible number of songs have valence point around –1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variety suggests that the listeners prefer to listen to jolly type of songs rather than sad ones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7228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535FD-1AB5-C466-0170-8FD46991E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771" y="260498"/>
            <a:ext cx="4611756" cy="1435396"/>
          </a:xfrm>
        </p:spPr>
        <p:txBody>
          <a:bodyPr/>
          <a:lstStyle/>
          <a:p>
            <a:r>
              <a:rPr lang="en-IN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Tempo Distribution</a:t>
            </a:r>
            <a:br>
              <a:rPr lang="en-IN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</a:br>
            <a:br>
              <a:rPr lang="en-IN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800" dirty="0"/>
              <a:t>Tempo determines the speed of the song — in beats per minute</a:t>
            </a:r>
            <a:r>
              <a:rPr lang="en-IN" sz="1800" dirty="0"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5E489B-7776-5EA3-51FD-CE266A3B3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DE02F1A-8132-2126-DACF-06117FF46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65054"/>
            <a:ext cx="7851913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BA468F-80D3-0A45-1A3A-66E88E73EEAB}"/>
              </a:ext>
            </a:extLst>
          </p:cNvPr>
          <p:cNvSpPr txBox="1"/>
          <p:nvPr/>
        </p:nvSpPr>
        <p:spPr>
          <a:xfrm>
            <a:off x="8297839" y="2165054"/>
            <a:ext cx="36030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songs cluster between ~100–130 BPM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tempo range is known to be naturally engaging to humans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aligns with typical pop music structure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55812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1C509-7429-659C-FF6E-765A2FB48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080" y="396825"/>
            <a:ext cx="9537904" cy="804177"/>
          </a:xfrm>
        </p:spPr>
        <p:txBody>
          <a:bodyPr/>
          <a:lstStyle/>
          <a:p>
            <a:r>
              <a:rPr lang="en-IN" dirty="0"/>
              <a:t>Univariate Analysis for Categorical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8445D4-EE5E-AEB8-5972-EBDCA8F4D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08D21625-831E-D291-6021-8F0EC83F6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060" y="1709731"/>
            <a:ext cx="3321976" cy="3438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BE48867B-9D5B-93FD-AFAA-6041FCA89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0402" y="1790402"/>
            <a:ext cx="3489211" cy="3438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D7C0301-F0A9-D5ED-762B-77D23E600D48}"/>
              </a:ext>
            </a:extLst>
          </p:cNvPr>
          <p:cNvSpPr txBox="1"/>
          <p:nvPr/>
        </p:nvSpPr>
        <p:spPr>
          <a:xfrm>
            <a:off x="1432899" y="5228939"/>
            <a:ext cx="304913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suggests that most songs available in this dataset are targeted toward a broad mainstream audience of a particular language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7F49E2-FB1A-552F-6929-7947FBEF84EB}"/>
              </a:ext>
            </a:extLst>
          </p:cNvPr>
          <p:cNvSpPr txBox="1"/>
          <p:nvPr/>
        </p:nvSpPr>
        <p:spPr>
          <a:xfrm>
            <a:off x="7016893" y="5260846"/>
            <a:ext cx="31562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suggests that popularity and audio features observed will be influenced by </a:t>
            </a:r>
            <a:r>
              <a:rPr lang="en-US" b="1" dirty="0"/>
              <a:t>modern music styles</a:t>
            </a:r>
            <a:r>
              <a:rPr lang="en-US" dirty="0"/>
              <a:t>, not older eras.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70206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A49C0DA-C8AE-5ECC-149A-D60ECFF8C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490" y="-210727"/>
            <a:ext cx="4580389" cy="914400"/>
          </a:xfrm>
        </p:spPr>
        <p:txBody>
          <a:bodyPr/>
          <a:lstStyle/>
          <a:p>
            <a:r>
              <a:rPr lang="en-US" dirty="0">
                <a:solidFill>
                  <a:srgbClr val="AD5C4D"/>
                </a:solidFill>
              </a:rPr>
              <a:t>Key Insights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2DAC99-58E8-819D-EC77-EE701819FA42}"/>
              </a:ext>
            </a:extLst>
          </p:cNvPr>
          <p:cNvSpPr txBox="1"/>
          <p:nvPr/>
        </p:nvSpPr>
        <p:spPr>
          <a:xfrm>
            <a:off x="518490" y="703673"/>
            <a:ext cx="1008569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Popularity is heavily right–skewed</a:t>
            </a:r>
            <a:r>
              <a:rPr lang="en-US" dirty="0"/>
              <a:t>, meaning only a small percentage of songs achieve high listener engagement.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Danceability is moderately high for most tracks</a:t>
            </a:r>
            <a:r>
              <a:rPr lang="en-US" dirty="0"/>
              <a:t>, indicating that Spotify songs generally have a rhythmic, movement-friendly feel.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Energy levels are high in majority of tracks</a:t>
            </a:r>
            <a:r>
              <a:rPr lang="en-US" dirty="0"/>
              <a:t>, showing preference toward powerful, intense, lively music.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Valence (emotional positivity) mainly lies between 0 to 1</a:t>
            </a:r>
            <a:r>
              <a:rPr lang="en-US" dirty="0"/>
              <a:t>, meaning listeners prefer happy songs rather than sad songs.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Tempo clusters around ~100–130 BPM</a:t>
            </a:r>
            <a:r>
              <a:rPr lang="en-US" dirty="0"/>
              <a:t>, suggesting most tracks follow typical human-preferred rhythm ranges.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Language distribution shows dominance of one main language</a:t>
            </a:r>
            <a:r>
              <a:rPr lang="en-US" dirty="0"/>
              <a:t>, with others forming minor segments — indicating asymmetric linguistic representation.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Year-group distribution shows majority of tracks from modern eras (2010–2020)</a:t>
            </a:r>
            <a:r>
              <a:rPr lang="en-US" dirty="0"/>
              <a:t>, suggesting dataset bias toward recent streaming-era content</a:t>
            </a:r>
            <a:endParaRPr lang="en-IN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044F7-BD97-2FDE-4E33-A565BCF0E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4716"/>
            <a:ext cx="7534656" cy="2032639"/>
          </a:xfrm>
        </p:spPr>
        <p:txBody>
          <a:bodyPr/>
          <a:lstStyle/>
          <a:p>
            <a:r>
              <a:rPr lang="en-US" u="sng" dirty="0">
                <a:latin typeface="Arial Black" panose="020B0A04020102020204" pitchFamily="34" charset="0"/>
              </a:rPr>
              <a:t>Bivariate Analysis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7ACD2D-3B92-121B-C591-92EB4DE8C6F2}"/>
              </a:ext>
            </a:extLst>
          </p:cNvPr>
          <p:cNvSpPr txBox="1"/>
          <p:nvPr/>
        </p:nvSpPr>
        <p:spPr>
          <a:xfrm>
            <a:off x="0" y="921906"/>
            <a:ext cx="49771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Arial Rounded MT Bold" panose="020F0704030504030204" pitchFamily="34" charset="0"/>
              </a:rPr>
              <a:t>What is Bivariate Analysis?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Bivariate analysis examines the relationship between two variables to understand how changes in one affect the other.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57ECF6-4C5B-57E4-0C2E-785724DAC0A3}"/>
              </a:ext>
            </a:extLst>
          </p:cNvPr>
          <p:cNvSpPr txBox="1"/>
          <p:nvPr/>
        </p:nvSpPr>
        <p:spPr>
          <a:xfrm>
            <a:off x="8041511" y="3087265"/>
            <a:ext cx="45054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en-IN" sz="1800" kern="1200" dirty="0">
                <a:solidFill>
                  <a:srgbClr val="543E34"/>
                </a:solidFill>
                <a:effectLst/>
                <a:latin typeface="Arial Black" panose="020B0A04020102020204" pitchFamily="34" charset="0"/>
                <a:ea typeface="+mn-ea"/>
                <a:cs typeface="+mn-cs"/>
              </a:rPr>
              <a:t>In the upcoming slides we will:</a:t>
            </a:r>
            <a:endParaRPr lang="en-IN" dirty="0">
              <a:effectLst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283D042E-531A-D6F7-8818-C7B2506DC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97" y="3586069"/>
            <a:ext cx="1145122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analyze pairwise relationships between musical features.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 Condensed" panose="020B0502040204020203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use scatter plots to observe directional trends between variables.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 Condensed" panose="020B0502040204020203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apply boxplots and grouped comparisons to evaluate category-level patterns.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 Condensed" panose="020B0502040204020203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see how features like tempo, danceability, and duration interact with popularity.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 Condensed" panose="020B0502040204020203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interpret how two-variable combinations reveal stronger insights than individual features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59909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ABFB5-9A45-1015-6868-6ED10490C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F7F6DAA-35B3-AC6A-B57C-C5D0C6442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" y="184591"/>
            <a:ext cx="7534656" cy="751477"/>
          </a:xfrm>
        </p:spPr>
        <p:txBody>
          <a:bodyPr/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Popularity VS Danceability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81A51165-993A-508A-F4B5-5C385FA1C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" y="1630420"/>
            <a:ext cx="7524750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96884508-C40A-5350-7D83-1403E0DBF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4656" y="2919256"/>
            <a:ext cx="477230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Higher energy songs generally tend to be more popular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Low-energy songs are less likely to gain listener attention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positive trend line shows a direct relationship</a:t>
            </a:r>
          </a:p>
        </p:txBody>
      </p:sp>
    </p:spTree>
    <p:extLst>
      <p:ext uri="{BB962C8B-B14F-4D97-AF65-F5344CB8AC3E}">
        <p14:creationId xmlns:p14="http://schemas.microsoft.com/office/powerpoint/2010/main" val="21547483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1D34E-D9E2-315D-6432-F919BD197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5D42394-797F-0F8C-FDB2-DB73BEE55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239" y="253298"/>
            <a:ext cx="4580389" cy="914400"/>
          </a:xfrm>
        </p:spPr>
        <p:txBody>
          <a:bodyPr/>
          <a:lstStyle/>
          <a:p>
            <a:r>
              <a:rPr lang="en-US" dirty="0"/>
              <a:t>Popularity VS Tempo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BE968-39C4-D711-C2D3-6B86058096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39A501AE-C746-8FDE-EE66-4FD924ED7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04808"/>
            <a:ext cx="7246961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BA8317D-06E3-7989-8CCB-9F89DA00E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4340" y="2274838"/>
            <a:ext cx="481766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Popular songs exist across all tempo ranges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single tempo category guarantees popularity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Slightly higher variation in medium–fast BPM</a:t>
            </a:r>
          </a:p>
        </p:txBody>
      </p:sp>
    </p:spTree>
    <p:extLst>
      <p:ext uri="{BB962C8B-B14F-4D97-AF65-F5344CB8AC3E}">
        <p14:creationId xmlns:p14="http://schemas.microsoft.com/office/powerpoint/2010/main" val="2835834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CD54F-CDEE-BEA0-A076-BD2EA474B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59" y="81887"/>
            <a:ext cx="5500047" cy="914400"/>
          </a:xfrm>
        </p:spPr>
        <p:txBody>
          <a:bodyPr/>
          <a:lstStyle/>
          <a:p>
            <a:r>
              <a:rPr lang="en-IN" dirty="0"/>
              <a:t>Popularity VS Duration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3DB27A-97BD-0D65-52D9-D3EF80C48E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77FCA9F-E031-816A-3D9B-36A3EE24A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5327" y="2136339"/>
            <a:ext cx="454988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Songs with duration between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(~2–8 min)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especially around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3–4 minutes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tend to be more popular.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shorter songs → higher replay value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playlist-friendly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streaming algorithm boosts replay count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5793D42C-3008-C8BD-BB76-48F748FE5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56909"/>
            <a:ext cx="7233313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5139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245FE6-5BEC-2623-AB3C-0AB6E2F8F7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7F0512-74B6-60AC-B915-160839CB32A3}"/>
              </a:ext>
            </a:extLst>
          </p:cNvPr>
          <p:cNvSpPr txBox="1"/>
          <p:nvPr/>
        </p:nvSpPr>
        <p:spPr>
          <a:xfrm>
            <a:off x="259307" y="354842"/>
            <a:ext cx="6455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Danceability vs Energy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DAA65A6-A22A-C16D-2286-30142A16E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799" y="1859341"/>
            <a:ext cx="485241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 positive trend between energy and danceability, showing that both tend to increase together.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energetic songs generally show higher danceability, meaning they have stronger rhythm suitable for movement.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Low-energy songs typically have lower danceability, indicating they are calmer and less rhythm-driven.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9C41C3-3B0B-7E2B-F841-9DC6D5BC6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5" y="1399235"/>
            <a:ext cx="6955596" cy="448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9115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249E2-A70D-2787-A498-6F875298E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3EAC79E-2C0B-1773-55D4-0E6C1780A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490" y="-210727"/>
            <a:ext cx="4580389" cy="914400"/>
          </a:xfrm>
        </p:spPr>
        <p:txBody>
          <a:bodyPr/>
          <a:lstStyle/>
          <a:p>
            <a:r>
              <a:rPr lang="en-US" dirty="0">
                <a:solidFill>
                  <a:srgbClr val="AD5C4D"/>
                </a:solidFill>
              </a:rPr>
              <a:t>Key Insights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2FE45-8CAB-374D-EA7B-94CD4E74AD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62ABD-E07C-BBF6-0DFB-4AD07926A15E}"/>
              </a:ext>
            </a:extLst>
          </p:cNvPr>
          <p:cNvSpPr txBox="1"/>
          <p:nvPr/>
        </p:nvSpPr>
        <p:spPr>
          <a:xfrm>
            <a:off x="518490" y="703673"/>
            <a:ext cx="100856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/>
          </a:p>
          <a:p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57CCEB-DF92-AFAF-DF80-228D9FD15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544" y="1122180"/>
            <a:ext cx="9192669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a mild positive trend between popularity and danceability, indicating that moderately danceable songs have slightly higher odds of becoming popular.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Popularity does not depend strongly on tempo, with successful songs existing across slow, medium, and fast BPM categories.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Popular songs are mostly within a typical duration range (about 2–4 minutes), while extremely long or short tracks are less likely to be hits.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Energy and danceability show a positive relationship, meaning that songs with strong rhythmic energy tend to also be more dance-friendly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9702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D791E-565F-21AF-8B34-41C976AFA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1C5A6E-D50E-427C-5461-767165FD57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744473-F870-93B0-3CA9-C53D2F0BDD61}"/>
              </a:ext>
            </a:extLst>
          </p:cNvPr>
          <p:cNvSpPr txBox="1"/>
          <p:nvPr/>
        </p:nvSpPr>
        <p:spPr>
          <a:xfrm>
            <a:off x="424543" y="307806"/>
            <a:ext cx="56714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u="sng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Multivariate 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828CA4-1B35-0A84-097F-00589B8D3C0C}"/>
              </a:ext>
            </a:extLst>
          </p:cNvPr>
          <p:cNvSpPr txBox="1"/>
          <p:nvPr/>
        </p:nvSpPr>
        <p:spPr>
          <a:xfrm>
            <a:off x="416689" y="1284790"/>
            <a:ext cx="56793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What is Multivariate Analysis?</a:t>
            </a:r>
          </a:p>
          <a:p>
            <a:endParaRPr lang="en-US" b="1" dirty="0"/>
          </a:p>
          <a:p>
            <a:r>
              <a:rPr lang="en-US" dirty="0"/>
              <a:t>Multivariate analysis examines relationships among three or more variables simultaneously to understand how multiple features together influence outcomes.</a:t>
            </a:r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E2E9DFF-0D29-3975-B651-14B3F850E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543" y="3711129"/>
            <a:ext cx="920187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analyze combined relationships among multiple audio features.</a:t>
            </a:r>
          </a:p>
          <a:p>
            <a:pPr marL="285750" marR="0" lvl="0" indent="-28575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 Condensed" panose="020B0502040204020203" pitchFamily="34" charset="0"/>
            </a:endParaRPr>
          </a:p>
          <a:p>
            <a:pPr marL="285750" marR="0" lvl="0" indent="-28575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observe how different attributes collectively influence song popularity.</a:t>
            </a:r>
          </a:p>
          <a:p>
            <a:pPr marL="285750" marR="0" lvl="0" indent="-28575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 Condensed" panose="020B0502040204020203" pitchFamily="34" charset="0"/>
            </a:endParaRPr>
          </a:p>
          <a:p>
            <a:pPr marL="285750" marR="0" lvl="0" indent="-28575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will visualize correlations between features using a heatmap.</a:t>
            </a:r>
          </a:p>
          <a:p>
            <a:pPr marL="285750" marR="0" lvl="0" indent="-28575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 Condensed" panose="020B0502040204020203" pitchFamily="34" charset="0"/>
            </a:endParaRPr>
          </a:p>
          <a:p>
            <a:pPr marL="285750" marR="0" lvl="0" indent="-28575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analyze how energy and danceability interact simultaneously with popularity.</a:t>
            </a:r>
          </a:p>
          <a:p>
            <a:pPr marL="285750" marR="0" lvl="0" indent="-28575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Light Condensed" panose="020B0502040204020203" pitchFamily="34" charset="0"/>
            </a:endParaRPr>
          </a:p>
          <a:p>
            <a:pPr marL="285750" marR="0" lvl="0" indent="-28575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 Condensed" panose="020B0502040204020203" pitchFamily="34" charset="0"/>
              </a:rPr>
              <a:t>explore how song characteristics evolve over time using year-based trends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5B606-C16C-09A7-E814-435F7C803F1F}"/>
              </a:ext>
            </a:extLst>
          </p:cNvPr>
          <p:cNvSpPr txBox="1"/>
          <p:nvPr/>
        </p:nvSpPr>
        <p:spPr>
          <a:xfrm>
            <a:off x="5025480" y="3228945"/>
            <a:ext cx="5517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rial Black" panose="020B0A04020102020204" pitchFamily="34" charset="0"/>
              </a:rPr>
              <a:t>In the upcoming slides we will:</a:t>
            </a:r>
          </a:p>
        </p:txBody>
      </p:sp>
    </p:spTree>
    <p:extLst>
      <p:ext uri="{BB962C8B-B14F-4D97-AF65-F5344CB8AC3E}">
        <p14:creationId xmlns:p14="http://schemas.microsoft.com/office/powerpoint/2010/main" val="6865538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4B8F2-B270-F633-60AE-DA875015F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40DA067-CD3D-503A-07D9-926B9AC00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4827" y="411480"/>
            <a:ext cx="4580389" cy="1119930"/>
          </a:xfrm>
        </p:spPr>
        <p:txBody>
          <a:bodyPr/>
          <a:lstStyle/>
          <a:p>
            <a:r>
              <a:rPr lang="en-US" sz="2400" b="1" dirty="0"/>
              <a:t>What this heatmap shows:</a:t>
            </a:r>
            <a:br>
              <a:rPr lang="en-US" sz="2400" b="1" dirty="0"/>
            </a:br>
            <a:r>
              <a:rPr lang="en-US" sz="2000" dirty="0"/>
              <a:t>how strongly features correlate</a:t>
            </a:r>
            <a:br>
              <a:rPr lang="en-US" sz="2000" dirty="0"/>
            </a:br>
            <a:r>
              <a:rPr lang="en-US" sz="2000" dirty="0"/>
              <a:t>from –1 (negative) to +1 (positive)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EDA55F-3878-1800-E288-A27259CE89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B212BC5E-DED8-628B-6479-E56B9DA00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38250"/>
            <a:ext cx="7105650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0956F96-8E9F-11DA-5E0F-4FC7482A8AD2}"/>
              </a:ext>
            </a:extLst>
          </p:cNvPr>
          <p:cNvSpPr txBox="1"/>
          <p:nvPr/>
        </p:nvSpPr>
        <p:spPr>
          <a:xfrm>
            <a:off x="601884" y="185195"/>
            <a:ext cx="51854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Correlation Heatmap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611D2E-3290-F505-9E97-E74A229F3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6519" y="2709297"/>
            <a:ext cx="402798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Energy and danceability show moderate positive correlation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Popularity does not strongly correlate with any single feature</a:t>
            </a:r>
          </a:p>
        </p:txBody>
      </p:sp>
    </p:spTree>
    <p:extLst>
      <p:ext uri="{BB962C8B-B14F-4D97-AF65-F5344CB8AC3E}">
        <p14:creationId xmlns:p14="http://schemas.microsoft.com/office/powerpoint/2010/main" val="22522067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884E2-FF09-DEAA-AB11-EA4BF746B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1069614-86FD-7F3D-6A70-00240B668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1002"/>
            <a:ext cx="8900160" cy="914400"/>
          </a:xfrm>
        </p:spPr>
        <p:txBody>
          <a:bodyPr/>
          <a:lstStyle/>
          <a:p>
            <a:r>
              <a:rPr lang="en-US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Popularity - Danceability - Energy</a:t>
            </a:r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AD5D8A62-1BCC-F9E8-9073-9BA346E7D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60289"/>
            <a:ext cx="7362825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4B79456A-496A-9B43-7B1E-3AE96D1D6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4656" y="1859339"/>
            <a:ext cx="439348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danceability songs often also exhibit higher energy.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However, energy does not consistently result in higher popularity, since both energetic and calm tracks appear across popularity levels.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Therefore, while energy strongly influences danceability, it does not strongly determine popularity.</a:t>
            </a:r>
          </a:p>
        </p:txBody>
      </p:sp>
    </p:spTree>
    <p:extLst>
      <p:ext uri="{BB962C8B-B14F-4D97-AF65-F5344CB8AC3E}">
        <p14:creationId xmlns:p14="http://schemas.microsoft.com/office/powerpoint/2010/main" val="36795018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46E3A-7AED-7CCD-FA4F-54CAA3BC5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619005A-EA66-9960-1EE9-26F99654E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1002"/>
            <a:ext cx="7534656" cy="914400"/>
          </a:xfrm>
        </p:spPr>
        <p:txBody>
          <a:bodyPr/>
          <a:lstStyle/>
          <a:p>
            <a:r>
              <a:rPr lang="en-US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Popularity – Duration - Tempo</a:t>
            </a:r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13570C99-B4C3-D597-C201-B863B34D33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95375"/>
            <a:ext cx="7210425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1BE33583-4E73-4066-1752-116B3FFC0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4656" y="1546832"/>
            <a:ext cx="434012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Popular songs typically fall in the standard duration range of around 2–4 minutes.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Tempo variation across these durations shows that both slower and faster tempo tracks can be popular.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suggests that tempo and duration jointly influence engagement rather than individually dictating popularity.</a:t>
            </a:r>
          </a:p>
        </p:txBody>
      </p:sp>
    </p:spTree>
    <p:extLst>
      <p:ext uri="{BB962C8B-B14F-4D97-AF65-F5344CB8AC3E}">
        <p14:creationId xmlns:p14="http://schemas.microsoft.com/office/powerpoint/2010/main" val="6436085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DEFDA-0BE0-D576-FC46-04C93936D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FFFAB0A1-86ED-DC71-94A2-6CDEAED6ACE7}"/>
              </a:ext>
            </a:extLst>
          </p:cNvPr>
          <p:cNvSpPr txBox="1">
            <a:spLocks/>
          </p:cNvSpPr>
          <p:nvPr/>
        </p:nvSpPr>
        <p:spPr>
          <a:xfrm>
            <a:off x="0" y="149249"/>
            <a:ext cx="6979640" cy="9144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Tempo </a:t>
            </a:r>
            <a:r>
              <a:rPr lang="en-US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– Danceability – </a:t>
            </a:r>
          </a:p>
          <a:p>
            <a:r>
              <a:rPr lang="en-US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            Energy</a:t>
            </a:r>
            <a:r>
              <a:rPr lang="en-US" dirty="0"/>
              <a:t> </a:t>
            </a:r>
            <a:r>
              <a:rPr lang="en-US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-</a:t>
            </a:r>
            <a:r>
              <a:rPr lang="en-US" dirty="0"/>
              <a:t> Popularity</a:t>
            </a:r>
            <a:endParaRPr lang="en-US" dirty="0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1783C1-CF31-D49D-0F40-D9871BB28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7340"/>
            <a:ext cx="6005631" cy="528066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7734922E-8B69-4404-6539-9661C9CF6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2337571"/>
            <a:ext cx="566837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 tempo songs tend to have higher energy, showing a natural link between speed and musical intensity.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danceability appears more consistently in tracks with higher energy, reinforcing their rhythmic drive.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Popularity (shown by color intensity) is spread across different combinations of tempo and energy, indicating that song success is not tied strictly to one specific musical pattern.</a:t>
            </a:r>
          </a:p>
        </p:txBody>
      </p:sp>
    </p:spTree>
    <p:extLst>
      <p:ext uri="{BB962C8B-B14F-4D97-AF65-F5344CB8AC3E}">
        <p14:creationId xmlns:p14="http://schemas.microsoft.com/office/powerpoint/2010/main" val="1136357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07D6C-7C13-387E-6E54-E784324C9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0">
            <a:extLst>
              <a:ext uri="{FF2B5EF4-FFF2-40B4-BE49-F238E27FC236}">
                <a16:creationId xmlns:a16="http://schemas.microsoft.com/office/drawing/2014/main" id="{D443B5E7-FE26-FF93-E867-2DB38B400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490" y="-210727"/>
            <a:ext cx="4580389" cy="914400"/>
          </a:xfrm>
        </p:spPr>
        <p:txBody>
          <a:bodyPr/>
          <a:lstStyle/>
          <a:p>
            <a:r>
              <a:rPr lang="en-US" dirty="0">
                <a:solidFill>
                  <a:srgbClr val="AD5C4D"/>
                </a:solidFill>
              </a:rPr>
              <a:t>Key Insights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B5129E3-0BA1-A11F-2801-2AB39A761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90" y="1239125"/>
            <a:ext cx="1022229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Correlation analysis shows that danceability and energy move together, but popularity weakly correlates with any single feature, confirming it is multi-factor driven.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Multivariate plots reveal that popularity emerges in balanced musical zones rather than at extreme values of tempo, energy, or danceability.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Emotional tone (valence) and song pace show varied combinations, meaning hits can be upbeat, slow, energetic, or melancholic — diversity prevails.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interplay of tempo, energy, and rhythmic drive highlights structural patterns of modern music, but success still depends on broader audience and cultural context.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popularity behaves as a combined outcome of multiple musical characteristics interacting rather than a simple linear dependency.</a:t>
            </a:r>
          </a:p>
        </p:txBody>
      </p:sp>
    </p:spTree>
    <p:extLst>
      <p:ext uri="{BB962C8B-B14F-4D97-AF65-F5344CB8AC3E}">
        <p14:creationId xmlns:p14="http://schemas.microsoft.com/office/powerpoint/2010/main" val="40895446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96E3FD31-D19A-BFEB-821F-C00103830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7" y="1283458"/>
            <a:ext cx="6870584" cy="914400"/>
          </a:xfrm>
        </p:spPr>
        <p:txBody>
          <a:bodyPr/>
          <a:lstStyle/>
          <a:p>
            <a:r>
              <a:rPr lang="en-US" sz="2800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Popularity – Time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A6938C-5B6B-96AC-914A-5AF3E35EE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0584" y="1740658"/>
            <a:ext cx="5321416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Older songs show higher average popularity because they have accumulated plays over longer periods.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Classic or evergreen tracks maintain cultural value and continue to be streamed across generations.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Newer songs may experience short-term spikes but have not had time to build sustained popularity.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Popularity over time is influenced heavily by long-term listener behavior rather than just release date.</a:t>
            </a:r>
          </a:p>
        </p:txBody>
      </p:sp>
      <p:pic>
        <p:nvPicPr>
          <p:cNvPr id="18437" name="Picture 5">
            <a:extLst>
              <a:ext uri="{FF2B5EF4-FFF2-40B4-BE49-F238E27FC236}">
                <a16:creationId xmlns:a16="http://schemas.microsoft.com/office/drawing/2014/main" id="{DD9F000D-777A-6176-B36C-7278B0D0F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167" y="1931442"/>
            <a:ext cx="6572250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6">
            <a:extLst>
              <a:ext uri="{FF2B5EF4-FFF2-40B4-BE49-F238E27FC236}">
                <a16:creationId xmlns:a16="http://schemas.microsoft.com/office/drawing/2014/main" id="{14DB9C37-E5BD-1ABC-3329-FB40996C36F7}"/>
              </a:ext>
            </a:extLst>
          </p:cNvPr>
          <p:cNvSpPr txBox="1">
            <a:spLocks/>
          </p:cNvSpPr>
          <p:nvPr/>
        </p:nvSpPr>
        <p:spPr>
          <a:xfrm>
            <a:off x="149167" y="361950"/>
            <a:ext cx="6870584" cy="9144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anose="020E0602020502020306" pitchFamily="34" charset="0"/>
              </a:rPr>
              <a:t>Time Series Analysis</a:t>
            </a:r>
            <a:br>
              <a:rPr lang="en-US" u="sng" dirty="0"/>
            </a:b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5378095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DC61F-B5F8-ADC1-9BEC-62FBEE3A1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E3C1CDCB-0B95-C34C-FC35-952E10AC9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7" y="412825"/>
            <a:ext cx="6870584" cy="914400"/>
          </a:xfrm>
        </p:spPr>
        <p:txBody>
          <a:bodyPr/>
          <a:lstStyle/>
          <a:p>
            <a:r>
              <a:rPr lang="en-US" sz="2800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Duration – Time</a:t>
            </a:r>
            <a:br>
              <a:rPr lang="en-US" dirty="0"/>
            </a:br>
            <a:endParaRPr lang="en-US" dirty="0"/>
          </a:p>
        </p:txBody>
      </p:sp>
      <p:pic>
        <p:nvPicPr>
          <p:cNvPr id="22532" name="Picture 4">
            <a:extLst>
              <a:ext uri="{FF2B5EF4-FFF2-40B4-BE49-F238E27FC236}">
                <a16:creationId xmlns:a16="http://schemas.microsoft.com/office/drawing/2014/main" id="{B7BF28A2-7F95-C69D-13AE-ED40DF0784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47317"/>
            <a:ext cx="6332561" cy="3927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1A4910D2-47CD-F1EF-94B2-520F402B3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7403" y="1720840"/>
            <a:ext cx="525009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song duration has decreased over time, showing a shift toward shorter tracks.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Older music traditionally had longer compositions, often exceeding 4–5 minutes.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Modern music is typically around 2–3 minutes long, likely to encourage replays and playlist sequencing.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trend aligns with shorter attention spans and streaming-optimized music structure.</a:t>
            </a:r>
          </a:p>
        </p:txBody>
      </p:sp>
    </p:spTree>
    <p:extLst>
      <p:ext uri="{BB962C8B-B14F-4D97-AF65-F5344CB8AC3E}">
        <p14:creationId xmlns:p14="http://schemas.microsoft.com/office/powerpoint/2010/main" val="17307152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9C2A7-39F1-E432-E0F7-E2C7AFD19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016D7D8E-40EC-BFE3-A3AD-5D55752B1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36729"/>
            <a:ext cx="8338784" cy="1310185"/>
          </a:xfrm>
        </p:spPr>
        <p:txBody>
          <a:bodyPr/>
          <a:lstStyle/>
          <a:p>
            <a:r>
              <a:rPr lang="en-IN" sz="2800" dirty="0" err="1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Acousticness</a:t>
            </a:r>
            <a:r>
              <a:rPr lang="en-IN" sz="2800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 - </a:t>
            </a:r>
            <a:r>
              <a:rPr lang="en-IN" sz="2800" dirty="0" err="1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Instrumentalness</a:t>
            </a:r>
            <a:r>
              <a:rPr lang="en-IN" sz="2800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br>
              <a:rPr lang="en-IN" sz="2800" dirty="0"/>
            </a:br>
            <a:br>
              <a:rPr lang="en-US" dirty="0"/>
            </a:br>
            <a:endParaRPr lang="en-US" dirty="0"/>
          </a:p>
        </p:txBody>
      </p:sp>
      <p:pic>
        <p:nvPicPr>
          <p:cNvPr id="23556" name="Picture 4">
            <a:extLst>
              <a:ext uri="{FF2B5EF4-FFF2-40B4-BE49-F238E27FC236}">
                <a16:creationId xmlns:a16="http://schemas.microsoft.com/office/drawing/2014/main" id="{71803F43-CF71-9182-7447-E79FBEE6E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58510"/>
            <a:ext cx="5964072" cy="3699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64A8F19A-3B82-98E4-498D-02C1AC365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2561" y="2138466"/>
            <a:ext cx="5859439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Acousticness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decreases across decades, indicating movement away from natural acoustic sounds.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Instrumentalness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remains consistently low, as most popular modern tracks are vocal-focused.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industry shift favors studio-produced electronic sound textures over organic instrumentation.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Listener preferences appear to lean toward vocally expressive &amp; digitally crafted tracks.</a:t>
            </a:r>
          </a:p>
        </p:txBody>
      </p:sp>
    </p:spTree>
    <p:extLst>
      <p:ext uri="{BB962C8B-B14F-4D97-AF65-F5344CB8AC3E}">
        <p14:creationId xmlns:p14="http://schemas.microsoft.com/office/powerpoint/2010/main" val="34998983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D7ACC-B9CB-E396-4D7C-74E2C7CE7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6A006348-DB2D-C67F-7631-59DF69992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7" y="412825"/>
            <a:ext cx="6870584" cy="914400"/>
          </a:xfrm>
        </p:spPr>
        <p:txBody>
          <a:bodyPr/>
          <a:lstStyle/>
          <a:p>
            <a:r>
              <a:rPr lang="en-US" sz="2800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Danceability - Energy</a:t>
            </a:r>
            <a:br>
              <a:rPr lang="en-US" dirty="0"/>
            </a:br>
            <a:endParaRPr lang="en-US" dirty="0"/>
          </a:p>
        </p:txBody>
      </p:sp>
      <p:pic>
        <p:nvPicPr>
          <p:cNvPr id="24578" name="Picture 2">
            <a:extLst>
              <a:ext uri="{FF2B5EF4-FFF2-40B4-BE49-F238E27FC236}">
                <a16:creationId xmlns:a16="http://schemas.microsoft.com/office/drawing/2014/main" id="{97E9E721-A34B-3183-38EE-7BCD01D2B9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31436"/>
            <a:ext cx="6096000" cy="3781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40310BB1-CD57-110B-E1BA-7E7EFF4AE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3630" y="2013807"/>
            <a:ext cx="566837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Popular songs consistently remain energetic over time, showing enduring preference for dynamic tracks.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Danceability rises in recent years, reflecting a modern emphasis on rhythm &amp; beat-driven music.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Increasing danceability aligns with trends shaped by clubs, TikTok, reels, and playlist culture.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Energy+Danceability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together reveal a strong bias toward movement-friendly, upbeat compositions.</a:t>
            </a:r>
          </a:p>
        </p:txBody>
      </p:sp>
    </p:spTree>
    <p:extLst>
      <p:ext uri="{BB962C8B-B14F-4D97-AF65-F5344CB8AC3E}">
        <p14:creationId xmlns:p14="http://schemas.microsoft.com/office/powerpoint/2010/main" val="22978490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EDDE1-9A25-5FB8-A34B-C369221AF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0">
            <a:extLst>
              <a:ext uri="{FF2B5EF4-FFF2-40B4-BE49-F238E27FC236}">
                <a16:creationId xmlns:a16="http://schemas.microsoft.com/office/drawing/2014/main" id="{CDE421B8-EB7E-074E-79AC-AB9689212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490" y="-210727"/>
            <a:ext cx="4580389" cy="914400"/>
          </a:xfrm>
        </p:spPr>
        <p:txBody>
          <a:bodyPr/>
          <a:lstStyle/>
          <a:p>
            <a:r>
              <a:rPr lang="en-US" dirty="0">
                <a:solidFill>
                  <a:srgbClr val="AD5C4D"/>
                </a:solidFill>
              </a:rPr>
              <a:t>Key Insights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F56BE00-3866-B6B5-3B64-D2FE6F198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137" y="1225648"/>
            <a:ext cx="11427725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dirty="0"/>
              <a:t>Older songs show higher average popularity, as they have had more time to accumulate streams and achieve sustained cultural relevance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Average song duration has decreased over time, with modern hit songs becoming shorter to encourage repeat streaming and faster engagement.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Acousticness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has steadily declined while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instrumentalness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remains low, reflecting a shift from natural acoustic sounds to digitally produced, vocal-centric music.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Danceability has increased over the years, showing that modern music is more rhythm-focused and suited for movement, clubs, reels, and viral trends.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Energy levels remain relatively high across decades, demonstrating that listeners consistently prefer strong, lively, dynamic tracks.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Older songs show high accumulated popularity, indicating long-term listener loyalty and sustained cultural relevance over time.</a:t>
            </a:r>
          </a:p>
        </p:txBody>
      </p:sp>
    </p:spTree>
    <p:extLst>
      <p:ext uri="{BB962C8B-B14F-4D97-AF65-F5344CB8AC3E}">
        <p14:creationId xmlns:p14="http://schemas.microsoft.com/office/powerpoint/2010/main" val="27888211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E4F88F8-17E5-45E3-77B1-77FACD99F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115" y="-285226"/>
            <a:ext cx="3489820" cy="914400"/>
          </a:xfrm>
        </p:spPr>
        <p:txBody>
          <a:bodyPr/>
          <a:lstStyle/>
          <a:p>
            <a:r>
              <a:rPr lang="en-US" u="sng" dirty="0"/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469ED-926E-7CEE-5AF2-BF9AC726D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D1D427-D2B4-4B1C-A6D1-2D8A484C8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908" y="1167476"/>
            <a:ext cx="112776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Popularity is not driven by any single musical attribute but rather by a combination of energy, danceability, tempo, and song duration.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popular tracks fall into moderate ranges for multiple features, showing a preference toward balanced musical profiles.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Emotional tone (valence) does not strongly determine popularity, meaning listeners appreciate both upbeat and melancholic music.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Long-term streaming patterns suggest that older songs accumulate greater popularity over time, indicating sustained cultural value.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music success appears to be multi-dimensional, reflecting complex listener behavior, marketing influence, and evolving musical trends.</a:t>
            </a:r>
          </a:p>
        </p:txBody>
      </p:sp>
    </p:spTree>
    <p:extLst>
      <p:ext uri="{BB962C8B-B14F-4D97-AF65-F5344CB8AC3E}">
        <p14:creationId xmlns:p14="http://schemas.microsoft.com/office/powerpoint/2010/main" val="30649961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5B4E3-9B42-01EC-9789-FEF5A2B97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E2E3DD5-E991-6063-9274-9110E0F00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115" y="-285226"/>
            <a:ext cx="3489820" cy="914400"/>
          </a:xfrm>
        </p:spPr>
        <p:txBody>
          <a:bodyPr/>
          <a:lstStyle/>
          <a:p>
            <a:r>
              <a:rPr lang="en-US" u="sng" dirty="0"/>
              <a:t>Future 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93CAA-990B-FCC6-4093-359ADFA991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A195227-A4CB-F7EF-1714-F8909C370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47" y="1267054"/>
            <a:ext cx="1064525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Conduct deeper genre-level analysis to understand how different genres evolve over time.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Incorporate lyrics-based sentiment analysis to assess emotional meaning beyond valence score.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 external metrics such as social media trends, YouTube views, and radio play to broaden popularity interpretation.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machine learning models to predict popularity using multiple musical features.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Study demographic listening patterns (age groups, regions) to identify targeted audience behavior.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Expand dataset beyond Spotify to compare platform-specific popularity across Apple Music, YouTube Music, etc.</a:t>
            </a:r>
          </a:p>
        </p:txBody>
      </p:sp>
    </p:spTree>
    <p:extLst>
      <p:ext uri="{BB962C8B-B14F-4D97-AF65-F5344CB8AC3E}">
        <p14:creationId xmlns:p14="http://schemas.microsoft.com/office/powerpoint/2010/main" val="39282163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1A6FA8-2CC2-A94F-99C0-7E3C81546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65E0F8C-4EC0-D3E0-93A2-FAF52C4329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5046" y="184558"/>
            <a:ext cx="5641848" cy="1883328"/>
          </a:xfrm>
        </p:spPr>
        <p:txBody>
          <a:bodyPr/>
          <a:lstStyle/>
          <a:p>
            <a:r>
              <a:rPr lang="en-US" dirty="0">
                <a:latin typeface="Colonna MT" panose="04020805060202030203" pitchFamily="82" charset="0"/>
              </a:rPr>
              <a:t>THANK  YOU!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EDB3580-DBB7-2C27-8DEB-4630B93F1AC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2889" y="5327009"/>
            <a:ext cx="3867912" cy="1246813"/>
          </a:xfrm>
        </p:spPr>
        <p:txBody>
          <a:bodyPr anchor="ctr"/>
          <a:lstStyle/>
          <a:p>
            <a:r>
              <a:rPr lang="en-US" dirty="0">
                <a:solidFill>
                  <a:schemeClr val="accent6">
                    <a:lumMod val="10000"/>
                  </a:schemeClr>
                </a:solidFill>
              </a:rPr>
              <a:t>Presented by:</a:t>
            </a:r>
          </a:p>
          <a:p>
            <a:r>
              <a:rPr lang="en-US" dirty="0">
                <a:solidFill>
                  <a:schemeClr val="accent6">
                    <a:lumMod val="10000"/>
                  </a:schemeClr>
                </a:solidFill>
              </a:rPr>
              <a:t>Tanvir</a:t>
            </a:r>
          </a:p>
        </p:txBody>
      </p:sp>
    </p:spTree>
    <p:extLst>
      <p:ext uri="{BB962C8B-B14F-4D97-AF65-F5344CB8AC3E}">
        <p14:creationId xmlns:p14="http://schemas.microsoft.com/office/powerpoint/2010/main" val="197708677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{9C5C760A-682A-466D-9622-AFB50CB16737}tf11964407_win32</Template>
  <TotalTime>1816</TotalTime>
  <Words>2457</Words>
  <Application>Microsoft Office PowerPoint</Application>
  <PresentationFormat>Widescreen</PresentationFormat>
  <Paragraphs>341</Paragraphs>
  <Slides>36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51" baseType="lpstr">
      <vt:lpstr>Agency FB</vt:lpstr>
      <vt:lpstr>Arial</vt:lpstr>
      <vt:lpstr>Arial Black</vt:lpstr>
      <vt:lpstr>Arial Rounded MT Bold</vt:lpstr>
      <vt:lpstr>Bahnschrift Light Condensed</vt:lpstr>
      <vt:lpstr>Baskerville Old Face</vt:lpstr>
      <vt:lpstr>Berlin Sans FB</vt:lpstr>
      <vt:lpstr>Calibri</vt:lpstr>
      <vt:lpstr>Cascadia Mono SemiLight</vt:lpstr>
      <vt:lpstr>Colonna MT</vt:lpstr>
      <vt:lpstr>Courier New</vt:lpstr>
      <vt:lpstr>Gill Sans Nova Light</vt:lpstr>
      <vt:lpstr>Sagona Book</vt:lpstr>
      <vt:lpstr>Wingdings</vt:lpstr>
      <vt:lpstr>Custom</vt:lpstr>
      <vt:lpstr>SPOTIFY DATASET ANALYSIS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 </vt:lpstr>
      <vt:lpstr>PowerPoint Presentation</vt:lpstr>
      <vt:lpstr>PowerPoint Presentation</vt:lpstr>
      <vt:lpstr>Energy Levels  Energy measures intensity and activity — higher values sound stronger and more powerful</vt:lpstr>
      <vt:lpstr>Valence    Valence measures how happy or positive the song sounds</vt:lpstr>
      <vt:lpstr>Tempo Distribution  Tempo determines the speed of the song — in beats per minute </vt:lpstr>
      <vt:lpstr>Univariate Analysis for Categorical Data</vt:lpstr>
      <vt:lpstr>Key Insights</vt:lpstr>
      <vt:lpstr>Bivariate Analysis   </vt:lpstr>
      <vt:lpstr>   Popularity VS Danceability</vt:lpstr>
      <vt:lpstr>Popularity VS Tempo</vt:lpstr>
      <vt:lpstr>Popularity VS Duration </vt:lpstr>
      <vt:lpstr>PowerPoint Presentation</vt:lpstr>
      <vt:lpstr>Key Insights</vt:lpstr>
      <vt:lpstr>PowerPoint Presentation</vt:lpstr>
      <vt:lpstr>What this heatmap shows: how strongly features correlate from –1 (negative) to +1 (positive)</vt:lpstr>
      <vt:lpstr>Popularity - Danceability - Energy</vt:lpstr>
      <vt:lpstr>Popularity – Duration - Tempo</vt:lpstr>
      <vt:lpstr>PowerPoint Presentation</vt:lpstr>
      <vt:lpstr>Key Insights</vt:lpstr>
      <vt:lpstr>Popularity – Time </vt:lpstr>
      <vt:lpstr>Duration – Time </vt:lpstr>
      <vt:lpstr>Acousticness - Instrumentalness   </vt:lpstr>
      <vt:lpstr>Danceability - Energy </vt:lpstr>
      <vt:lpstr>Key Insights</vt:lpstr>
      <vt:lpstr>Conclusion</vt:lpstr>
      <vt:lpstr>Future Scope</vt:lpstr>
      <vt:lpstr>THANK 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Tanvir .</dc:creator>
  <cp:lastModifiedBy>Tanvir .</cp:lastModifiedBy>
  <cp:revision>2</cp:revision>
  <dcterms:created xsi:type="dcterms:W3CDTF">2025-10-05T11:40:49Z</dcterms:created>
  <dcterms:modified xsi:type="dcterms:W3CDTF">2025-11-25T17:30:23Z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